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986" r:id="rId4"/>
  </p:sldMasterIdLst>
  <p:notesMasterIdLst>
    <p:notesMasterId r:id="rId37"/>
  </p:notesMasterIdLst>
  <p:handoutMasterIdLst>
    <p:handoutMasterId r:id="rId38"/>
  </p:handoutMasterIdLst>
  <p:sldIdLst>
    <p:sldId id="3635" r:id="rId5"/>
    <p:sldId id="3676" r:id="rId6"/>
    <p:sldId id="3700" r:id="rId7"/>
    <p:sldId id="3699" r:id="rId8"/>
    <p:sldId id="3636" r:id="rId9"/>
    <p:sldId id="509" r:id="rId10"/>
    <p:sldId id="3673" r:id="rId11"/>
    <p:sldId id="3660" r:id="rId12"/>
    <p:sldId id="528" r:id="rId13"/>
    <p:sldId id="3695" r:id="rId14"/>
    <p:sldId id="3677" r:id="rId15"/>
    <p:sldId id="3678" r:id="rId16"/>
    <p:sldId id="3679" r:id="rId17"/>
    <p:sldId id="3680" r:id="rId18"/>
    <p:sldId id="3681" r:id="rId19"/>
    <p:sldId id="3682" r:id="rId20"/>
    <p:sldId id="3683" r:id="rId21"/>
    <p:sldId id="3684" r:id="rId22"/>
    <p:sldId id="3685" r:id="rId23"/>
    <p:sldId id="3686" r:id="rId24"/>
    <p:sldId id="3687" r:id="rId25"/>
    <p:sldId id="3688" r:id="rId26"/>
    <p:sldId id="3689" r:id="rId27"/>
    <p:sldId id="3690" r:id="rId28"/>
    <p:sldId id="3691" r:id="rId29"/>
    <p:sldId id="3692" r:id="rId30"/>
    <p:sldId id="3697" r:id="rId31"/>
    <p:sldId id="3698" r:id="rId32"/>
    <p:sldId id="3696" r:id="rId33"/>
    <p:sldId id="3693" r:id="rId34"/>
    <p:sldId id="3694" r:id="rId35"/>
    <p:sldId id="3663"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6C243"/>
    <a:srgbClr val="9966FF"/>
    <a:srgbClr val="9933FF"/>
    <a:srgbClr val="666699"/>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191598-C969-2540-B357-AFFB017B06AB}" v="32" dt="2026-01-29T15:50:20.8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50" autoAdjust="0"/>
    <p:restoredTop sz="91083" autoAdjust="0"/>
  </p:normalViewPr>
  <p:slideViewPr>
    <p:cSldViewPr snapToGrid="0">
      <p:cViewPr varScale="1">
        <p:scale>
          <a:sx n="146" d="100"/>
          <a:sy n="146" d="100"/>
        </p:scale>
        <p:origin x="744" y="4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45"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y Kimpel" userId="a4b152e4-7c2c-406b-aeaf-55c467616911" providerId="ADAL" clId="{B73FD67B-3E2F-5850-87A5-9A6C4F440222}"/>
    <pc:docChg chg="undo redo custSel addSld delSld modSld modMainMaster">
      <pc:chgData name="Harry Kimpel" userId="a4b152e4-7c2c-406b-aeaf-55c467616911" providerId="ADAL" clId="{B73FD67B-3E2F-5850-87A5-9A6C4F440222}" dt="2026-01-29T15:51:04.044" v="1456" actId="20577"/>
      <pc:docMkLst>
        <pc:docMk/>
      </pc:docMkLst>
      <pc:sldChg chg="modSp mod">
        <pc:chgData name="Harry Kimpel" userId="a4b152e4-7c2c-406b-aeaf-55c467616911" providerId="ADAL" clId="{B73FD67B-3E2F-5850-87A5-9A6C4F440222}" dt="2026-01-28T17:58:17.949" v="182" actId="6549"/>
        <pc:sldMkLst>
          <pc:docMk/>
          <pc:sldMk cId="4086393502" sldId="509"/>
        </pc:sldMkLst>
        <pc:spChg chg="mod">
          <ac:chgData name="Harry Kimpel" userId="a4b152e4-7c2c-406b-aeaf-55c467616911" providerId="ADAL" clId="{B73FD67B-3E2F-5850-87A5-9A6C4F440222}" dt="2026-01-28T17:58:17.949" v="182" actId="6549"/>
          <ac:spMkLst>
            <pc:docMk/>
            <pc:sldMk cId="4086393502" sldId="509"/>
            <ac:spMk id="4" creationId="{31D3DF15-4403-D489-FA65-6DA8B097E53F}"/>
          </ac:spMkLst>
        </pc:spChg>
      </pc:sldChg>
      <pc:sldChg chg="modSp mod">
        <pc:chgData name="Harry Kimpel" userId="a4b152e4-7c2c-406b-aeaf-55c467616911" providerId="ADAL" clId="{B73FD67B-3E2F-5850-87A5-9A6C4F440222}" dt="2026-01-29T10:49:55.332" v="756" actId="12"/>
        <pc:sldMkLst>
          <pc:docMk/>
          <pc:sldMk cId="2471118552" sldId="528"/>
        </pc:sldMkLst>
        <pc:spChg chg="mod">
          <ac:chgData name="Harry Kimpel" userId="a4b152e4-7c2c-406b-aeaf-55c467616911" providerId="ADAL" clId="{B73FD67B-3E2F-5850-87A5-9A6C4F440222}" dt="2026-01-29T10:49:55.332" v="756" actId="12"/>
          <ac:spMkLst>
            <pc:docMk/>
            <pc:sldMk cId="2471118552" sldId="528"/>
            <ac:spMk id="2" creationId="{00000000-0000-0000-0000-000000000000}"/>
          </ac:spMkLst>
        </pc:spChg>
        <pc:spChg chg="mod">
          <ac:chgData name="Harry Kimpel" userId="a4b152e4-7c2c-406b-aeaf-55c467616911" providerId="ADAL" clId="{B73FD67B-3E2F-5850-87A5-9A6C4F440222}" dt="2026-01-29T10:40:59.266" v="599" actId="20577"/>
          <ac:spMkLst>
            <pc:docMk/>
            <pc:sldMk cId="2471118552" sldId="528"/>
            <ac:spMk id="8" creationId="{E3048B16-5BF1-7CB9-7FB4-FEF3812F70B0}"/>
          </ac:spMkLst>
        </pc:spChg>
      </pc:sldChg>
      <pc:sldChg chg="addSp delSp modSp mod chgLayout">
        <pc:chgData name="Harry Kimpel" userId="a4b152e4-7c2c-406b-aeaf-55c467616911" providerId="ADAL" clId="{B73FD67B-3E2F-5850-87A5-9A6C4F440222}" dt="2026-01-29T12:13:13.478" v="1364" actId="1076"/>
        <pc:sldMkLst>
          <pc:docMk/>
          <pc:sldMk cId="1858828968" sldId="3635"/>
        </pc:sldMkLst>
        <pc:spChg chg="add del mod">
          <ac:chgData name="Harry Kimpel" userId="a4b152e4-7c2c-406b-aeaf-55c467616911" providerId="ADAL" clId="{B73FD67B-3E2F-5850-87A5-9A6C4F440222}" dt="2026-01-29T07:47:09.212" v="379" actId="478"/>
          <ac:spMkLst>
            <pc:docMk/>
            <pc:sldMk cId="1858828968" sldId="3635"/>
            <ac:spMk id="2" creationId="{8FF79584-2A68-E4C0-6F82-610A3B2D774A}"/>
          </ac:spMkLst>
        </pc:spChg>
        <pc:spChg chg="add del mod">
          <ac:chgData name="Harry Kimpel" userId="a4b152e4-7c2c-406b-aeaf-55c467616911" providerId="ADAL" clId="{B73FD67B-3E2F-5850-87A5-9A6C4F440222}" dt="2026-01-29T07:47:13.585" v="381" actId="478"/>
          <ac:spMkLst>
            <pc:docMk/>
            <pc:sldMk cId="1858828968" sldId="3635"/>
            <ac:spMk id="4" creationId="{00000000-0000-0000-0000-000000000000}"/>
          </ac:spMkLst>
        </pc:spChg>
        <pc:spChg chg="add del mod">
          <ac:chgData name="Harry Kimpel" userId="a4b152e4-7c2c-406b-aeaf-55c467616911" providerId="ADAL" clId="{B73FD67B-3E2F-5850-87A5-9A6C4F440222}" dt="2026-01-29T07:34:56.215" v="367" actId="478"/>
          <ac:spMkLst>
            <pc:docMk/>
            <pc:sldMk cId="1858828968" sldId="3635"/>
            <ac:spMk id="7" creationId="{A9D90132-0031-AED6-7677-A0AC0B8DC784}"/>
          </ac:spMkLst>
        </pc:spChg>
        <pc:spChg chg="add del mod">
          <ac:chgData name="Harry Kimpel" userId="a4b152e4-7c2c-406b-aeaf-55c467616911" providerId="ADAL" clId="{B73FD67B-3E2F-5850-87A5-9A6C4F440222}" dt="2026-01-29T07:47:10.842" v="380" actId="478"/>
          <ac:spMkLst>
            <pc:docMk/>
            <pc:sldMk cId="1858828968" sldId="3635"/>
            <ac:spMk id="11" creationId="{0C73DE8B-6296-6E01-32EF-820B12093F46}"/>
          </ac:spMkLst>
        </pc:spChg>
        <pc:spChg chg="add del mod">
          <ac:chgData name="Harry Kimpel" userId="a4b152e4-7c2c-406b-aeaf-55c467616911" providerId="ADAL" clId="{B73FD67B-3E2F-5850-87A5-9A6C4F440222}" dt="2026-01-29T07:47:15.237" v="382" actId="478"/>
          <ac:spMkLst>
            <pc:docMk/>
            <pc:sldMk cId="1858828968" sldId="3635"/>
            <ac:spMk id="13" creationId="{9CC6CD17-389A-ABC1-A8FD-58D4A8E6058E}"/>
          </ac:spMkLst>
        </pc:spChg>
        <pc:spChg chg="add mod ord">
          <ac:chgData name="Harry Kimpel" userId="a4b152e4-7c2c-406b-aeaf-55c467616911" providerId="ADAL" clId="{B73FD67B-3E2F-5850-87A5-9A6C4F440222}" dt="2026-01-29T11:32:47.488" v="1279" actId="20577"/>
          <ac:spMkLst>
            <pc:docMk/>
            <pc:sldMk cId="1858828968" sldId="3635"/>
            <ac:spMk id="16" creationId="{459B2C31-6A0A-070B-E3AB-177C694CFA34}"/>
          </ac:spMkLst>
        </pc:spChg>
        <pc:spChg chg="add mod ord">
          <ac:chgData name="Harry Kimpel" userId="a4b152e4-7c2c-406b-aeaf-55c467616911" providerId="ADAL" clId="{B73FD67B-3E2F-5850-87A5-9A6C4F440222}" dt="2026-01-29T12:12:54.096" v="1363" actId="1076"/>
          <ac:spMkLst>
            <pc:docMk/>
            <pc:sldMk cId="1858828968" sldId="3635"/>
            <ac:spMk id="17" creationId="{3EB3B2F7-11DA-1E47-2F66-D342A288A6A1}"/>
          </ac:spMkLst>
        </pc:spChg>
        <pc:picChg chg="add del mod">
          <ac:chgData name="Harry Kimpel" userId="a4b152e4-7c2c-406b-aeaf-55c467616911" providerId="ADAL" clId="{B73FD67B-3E2F-5850-87A5-9A6C4F440222}" dt="2026-01-29T07:43:54.152" v="374" actId="478"/>
          <ac:picMkLst>
            <pc:docMk/>
            <pc:sldMk cId="1858828968" sldId="3635"/>
            <ac:picMk id="5" creationId="{9CCA3855-67E7-BB33-0FDA-7A3FEF9A2510}"/>
          </ac:picMkLst>
        </pc:picChg>
        <pc:picChg chg="add del mod">
          <ac:chgData name="Harry Kimpel" userId="a4b152e4-7c2c-406b-aeaf-55c467616911" providerId="ADAL" clId="{B73FD67B-3E2F-5850-87A5-9A6C4F440222}" dt="2026-01-29T07:47:18.047" v="383" actId="478"/>
          <ac:picMkLst>
            <pc:docMk/>
            <pc:sldMk cId="1858828968" sldId="3635"/>
            <ac:picMk id="9" creationId="{E5299495-CF4B-D5E4-AFD2-990E30F9E86C}"/>
          </ac:picMkLst>
        </pc:picChg>
        <pc:picChg chg="add mod">
          <ac:chgData name="Harry Kimpel" userId="a4b152e4-7c2c-406b-aeaf-55c467616911" providerId="ADAL" clId="{B73FD67B-3E2F-5850-87A5-9A6C4F440222}" dt="2026-01-29T12:13:13.478" v="1364" actId="1076"/>
          <ac:picMkLst>
            <pc:docMk/>
            <pc:sldMk cId="1858828968" sldId="3635"/>
            <ac:picMk id="15" creationId="{C25AE46B-0A38-5AA7-08C8-0BDA79C9F2AE}"/>
          </ac:picMkLst>
        </pc:picChg>
      </pc:sldChg>
      <pc:sldChg chg="modSp mod">
        <pc:chgData name="Harry Kimpel" userId="a4b152e4-7c2c-406b-aeaf-55c467616911" providerId="ADAL" clId="{B73FD67B-3E2F-5850-87A5-9A6C4F440222}" dt="2026-01-28T17:56:41.647" v="62" actId="20577"/>
        <pc:sldMkLst>
          <pc:docMk/>
          <pc:sldMk cId="4163897614" sldId="3636"/>
        </pc:sldMkLst>
        <pc:spChg chg="mod">
          <ac:chgData name="Harry Kimpel" userId="a4b152e4-7c2c-406b-aeaf-55c467616911" providerId="ADAL" clId="{B73FD67B-3E2F-5850-87A5-9A6C4F440222}" dt="2026-01-28T17:56:02.685" v="8"/>
          <ac:spMkLst>
            <pc:docMk/>
            <pc:sldMk cId="4163897614" sldId="3636"/>
            <ac:spMk id="3" creationId="{65EF49C9-ADEF-4199-87BD-25B691F4E4AF}"/>
          </ac:spMkLst>
        </pc:spChg>
        <pc:spChg chg="mod">
          <ac:chgData name="Harry Kimpel" userId="a4b152e4-7c2c-406b-aeaf-55c467616911" providerId="ADAL" clId="{B73FD67B-3E2F-5850-87A5-9A6C4F440222}" dt="2026-01-28T17:56:11.687" v="20" actId="20577"/>
          <ac:spMkLst>
            <pc:docMk/>
            <pc:sldMk cId="4163897614" sldId="3636"/>
            <ac:spMk id="12" creationId="{75CC7858-BF12-7E43-99A3-CE60C78A568D}"/>
          </ac:spMkLst>
        </pc:spChg>
        <pc:spChg chg="mod">
          <ac:chgData name="Harry Kimpel" userId="a4b152e4-7c2c-406b-aeaf-55c467616911" providerId="ADAL" clId="{B73FD67B-3E2F-5850-87A5-9A6C4F440222}" dt="2026-01-28T17:56:41.647" v="62" actId="20577"/>
          <ac:spMkLst>
            <pc:docMk/>
            <pc:sldMk cId="4163897614" sldId="3636"/>
            <ac:spMk id="14" creationId="{9A346C37-9DD6-7148-8A83-59A2EC49278C}"/>
          </ac:spMkLst>
        </pc:spChg>
      </pc:sldChg>
      <pc:sldChg chg="addSp delSp modSp mod">
        <pc:chgData name="Harry Kimpel" userId="a4b152e4-7c2c-406b-aeaf-55c467616911" providerId="ADAL" clId="{B73FD67B-3E2F-5850-87A5-9A6C4F440222}" dt="2026-01-29T10:43:09.757" v="629" actId="403"/>
        <pc:sldMkLst>
          <pc:docMk/>
          <pc:sldMk cId="2240261495" sldId="3660"/>
        </pc:sldMkLst>
        <pc:spChg chg="del mod">
          <ac:chgData name="Harry Kimpel" userId="a4b152e4-7c2c-406b-aeaf-55c467616911" providerId="ADAL" clId="{B73FD67B-3E2F-5850-87A5-9A6C4F440222}" dt="2026-01-29T07:15:30.785" v="240" actId="478"/>
          <ac:spMkLst>
            <pc:docMk/>
            <pc:sldMk cId="2240261495" sldId="3660"/>
            <ac:spMk id="2" creationId="{036509A8-D248-48A9-80E4-41218D56B3F3}"/>
          </ac:spMkLst>
        </pc:spChg>
        <pc:spChg chg="mod">
          <ac:chgData name="Harry Kimpel" userId="a4b152e4-7c2c-406b-aeaf-55c467616911" providerId="ADAL" clId="{B73FD67B-3E2F-5850-87A5-9A6C4F440222}" dt="2026-01-29T10:43:09.757" v="629" actId="403"/>
          <ac:spMkLst>
            <pc:docMk/>
            <pc:sldMk cId="2240261495" sldId="3660"/>
            <ac:spMk id="3" creationId="{17DBF992-46E2-4A48-9C03-B9E15BA5EC83}"/>
          </ac:spMkLst>
        </pc:spChg>
        <pc:spChg chg="mod">
          <ac:chgData name="Harry Kimpel" userId="a4b152e4-7c2c-406b-aeaf-55c467616911" providerId="ADAL" clId="{B73FD67B-3E2F-5850-87A5-9A6C4F440222}" dt="2026-01-29T10:41:06.073" v="601" actId="20577"/>
          <ac:spMkLst>
            <pc:docMk/>
            <pc:sldMk cId="2240261495" sldId="3660"/>
            <ac:spMk id="4" creationId="{91051B93-082E-F159-F4B6-DDC0E3942FE4}"/>
          </ac:spMkLst>
        </pc:spChg>
        <pc:spChg chg="add mod">
          <ac:chgData name="Harry Kimpel" userId="a4b152e4-7c2c-406b-aeaf-55c467616911" providerId="ADAL" clId="{B73FD67B-3E2F-5850-87A5-9A6C4F440222}" dt="2026-01-29T07:17:09.745" v="288" actId="20577"/>
          <ac:spMkLst>
            <pc:docMk/>
            <pc:sldMk cId="2240261495" sldId="3660"/>
            <ac:spMk id="6" creationId="{C9A2E726-F8FE-9287-6F4A-257C69570E5B}"/>
          </ac:spMkLst>
        </pc:spChg>
      </pc:sldChg>
      <pc:sldChg chg="del">
        <pc:chgData name="Harry Kimpel" userId="a4b152e4-7c2c-406b-aeaf-55c467616911" providerId="ADAL" clId="{B73FD67B-3E2F-5850-87A5-9A6C4F440222}" dt="2026-01-29T10:25:29.043" v="513" actId="2696"/>
        <pc:sldMkLst>
          <pc:docMk/>
          <pc:sldMk cId="338137321" sldId="3664"/>
        </pc:sldMkLst>
      </pc:sldChg>
      <pc:sldChg chg="del">
        <pc:chgData name="Harry Kimpel" userId="a4b152e4-7c2c-406b-aeaf-55c467616911" providerId="ADAL" clId="{B73FD67B-3E2F-5850-87A5-9A6C4F440222}" dt="2026-01-29T10:25:29.043" v="513" actId="2696"/>
        <pc:sldMkLst>
          <pc:docMk/>
          <pc:sldMk cId="3468055912" sldId="3665"/>
        </pc:sldMkLst>
      </pc:sldChg>
      <pc:sldChg chg="del">
        <pc:chgData name="Harry Kimpel" userId="a4b152e4-7c2c-406b-aeaf-55c467616911" providerId="ADAL" clId="{B73FD67B-3E2F-5850-87A5-9A6C4F440222}" dt="2026-01-29T10:25:29.043" v="513" actId="2696"/>
        <pc:sldMkLst>
          <pc:docMk/>
          <pc:sldMk cId="1693316930" sldId="3671"/>
        </pc:sldMkLst>
      </pc:sldChg>
      <pc:sldChg chg="del">
        <pc:chgData name="Harry Kimpel" userId="a4b152e4-7c2c-406b-aeaf-55c467616911" providerId="ADAL" clId="{B73FD67B-3E2F-5850-87A5-9A6C4F440222}" dt="2026-01-29T10:25:29.043" v="513" actId="2696"/>
        <pc:sldMkLst>
          <pc:docMk/>
          <pc:sldMk cId="2692993621" sldId="3672"/>
        </pc:sldMkLst>
      </pc:sldChg>
      <pc:sldChg chg="addSp delSp modSp mod">
        <pc:chgData name="Harry Kimpel" userId="a4b152e4-7c2c-406b-aeaf-55c467616911" providerId="ADAL" clId="{B73FD67B-3E2F-5850-87A5-9A6C4F440222}" dt="2026-01-29T10:40:01.145" v="586" actId="20577"/>
        <pc:sldMkLst>
          <pc:docMk/>
          <pc:sldMk cId="2990754167" sldId="3673"/>
        </pc:sldMkLst>
        <pc:spChg chg="mod">
          <ac:chgData name="Harry Kimpel" userId="a4b152e4-7c2c-406b-aeaf-55c467616911" providerId="ADAL" clId="{B73FD67B-3E2F-5850-87A5-9A6C4F440222}" dt="2026-01-29T10:38:20.963" v="574" actId="3064"/>
          <ac:spMkLst>
            <pc:docMk/>
            <pc:sldMk cId="2990754167" sldId="3673"/>
            <ac:spMk id="2" creationId="{B0B3C1D8-997A-3307-B567-5C31F43276DE}"/>
          </ac:spMkLst>
        </pc:spChg>
        <pc:spChg chg="mod">
          <ac:chgData name="Harry Kimpel" userId="a4b152e4-7c2c-406b-aeaf-55c467616911" providerId="ADAL" clId="{B73FD67B-3E2F-5850-87A5-9A6C4F440222}" dt="2026-01-29T10:40:01.145" v="586" actId="20577"/>
          <ac:spMkLst>
            <pc:docMk/>
            <pc:sldMk cId="2990754167" sldId="3673"/>
            <ac:spMk id="3" creationId="{2F3AC27F-55BE-EAA1-2E0E-6E854A75AFEC}"/>
          </ac:spMkLst>
        </pc:spChg>
        <pc:picChg chg="add del mod">
          <ac:chgData name="Harry Kimpel" userId="a4b152e4-7c2c-406b-aeaf-55c467616911" providerId="ADAL" clId="{B73FD67B-3E2F-5850-87A5-9A6C4F440222}" dt="2026-01-29T07:57:46.154" v="413" actId="478"/>
          <ac:picMkLst>
            <pc:docMk/>
            <pc:sldMk cId="2990754167" sldId="3673"/>
            <ac:picMk id="5" creationId="{8EBEECF9-7675-1E6F-746A-D25118598FAE}"/>
          </ac:picMkLst>
        </pc:picChg>
      </pc:sldChg>
      <pc:sldChg chg="del">
        <pc:chgData name="Harry Kimpel" userId="a4b152e4-7c2c-406b-aeaf-55c467616911" providerId="ADAL" clId="{B73FD67B-3E2F-5850-87A5-9A6C4F440222}" dt="2026-01-29T10:25:29.043" v="513" actId="2696"/>
        <pc:sldMkLst>
          <pc:docMk/>
          <pc:sldMk cId="1304008667" sldId="3674"/>
        </pc:sldMkLst>
      </pc:sldChg>
      <pc:sldChg chg="del">
        <pc:chgData name="Harry Kimpel" userId="a4b152e4-7c2c-406b-aeaf-55c467616911" providerId="ADAL" clId="{B73FD67B-3E2F-5850-87A5-9A6C4F440222}" dt="2026-01-29T10:25:29.043" v="513" actId="2696"/>
        <pc:sldMkLst>
          <pc:docMk/>
          <pc:sldMk cId="3089467722" sldId="3675"/>
        </pc:sldMkLst>
      </pc:sldChg>
      <pc:sldChg chg="addSp delSp modSp add mod">
        <pc:chgData name="Harry Kimpel" userId="a4b152e4-7c2c-406b-aeaf-55c467616911" providerId="ADAL" clId="{B73FD67B-3E2F-5850-87A5-9A6C4F440222}" dt="2026-01-29T15:51:04.044" v="1456" actId="20577"/>
        <pc:sldMkLst>
          <pc:docMk/>
          <pc:sldMk cId="368749362" sldId="3676"/>
        </pc:sldMkLst>
        <pc:spChg chg="add mod">
          <ac:chgData name="Harry Kimpel" userId="a4b152e4-7c2c-406b-aeaf-55c467616911" providerId="ADAL" clId="{B73FD67B-3E2F-5850-87A5-9A6C4F440222}" dt="2026-01-29T15:50:16.999" v="1415" actId="14100"/>
          <ac:spMkLst>
            <pc:docMk/>
            <pc:sldMk cId="368749362" sldId="3676"/>
            <ac:spMk id="2" creationId="{07DF19A0-1A05-6450-AEF0-380CB486B36F}"/>
          </ac:spMkLst>
        </pc:spChg>
        <pc:spChg chg="del">
          <ac:chgData name="Harry Kimpel" userId="a4b152e4-7c2c-406b-aeaf-55c467616911" providerId="ADAL" clId="{B73FD67B-3E2F-5850-87A5-9A6C4F440222}" dt="2026-01-29T08:32:52.020" v="480" actId="478"/>
          <ac:spMkLst>
            <pc:docMk/>
            <pc:sldMk cId="368749362" sldId="3676"/>
            <ac:spMk id="2" creationId="{FCA9A29D-2841-C6EA-9CD5-745548CA6C13}"/>
          </ac:spMkLst>
        </pc:spChg>
        <pc:spChg chg="mod">
          <ac:chgData name="Harry Kimpel" userId="a4b152e4-7c2c-406b-aeaf-55c467616911" providerId="ADAL" clId="{B73FD67B-3E2F-5850-87A5-9A6C4F440222}" dt="2026-01-29T08:32:47.073" v="479" actId="20577"/>
          <ac:spMkLst>
            <pc:docMk/>
            <pc:sldMk cId="368749362" sldId="3676"/>
            <ac:spMk id="3" creationId="{5BC4BC45-B478-9E27-D382-1F5C4C8077D4}"/>
          </ac:spMkLst>
        </pc:spChg>
        <pc:spChg chg="del">
          <ac:chgData name="Harry Kimpel" userId="a4b152e4-7c2c-406b-aeaf-55c467616911" providerId="ADAL" clId="{B73FD67B-3E2F-5850-87A5-9A6C4F440222}" dt="2026-01-29T08:32:55.561" v="482" actId="478"/>
          <ac:spMkLst>
            <pc:docMk/>
            <pc:sldMk cId="368749362" sldId="3676"/>
            <ac:spMk id="4" creationId="{BF38FAF8-B064-DE2C-781A-3677A659F66F}"/>
          </ac:spMkLst>
        </pc:spChg>
        <pc:spChg chg="add mod">
          <ac:chgData name="Harry Kimpel" userId="a4b152e4-7c2c-406b-aeaf-55c467616911" providerId="ADAL" clId="{B73FD67B-3E2F-5850-87A5-9A6C4F440222}" dt="2026-01-29T15:51:04.044" v="1456" actId="20577"/>
          <ac:spMkLst>
            <pc:docMk/>
            <pc:sldMk cId="368749362" sldId="3676"/>
            <ac:spMk id="4" creationId="{FDE22A75-0493-2EED-E9C6-1CCA32B4A079}"/>
          </ac:spMkLst>
        </pc:spChg>
        <pc:spChg chg="add del mod">
          <ac:chgData name="Harry Kimpel" userId="a4b152e4-7c2c-406b-aeaf-55c467616911" providerId="ADAL" clId="{B73FD67B-3E2F-5850-87A5-9A6C4F440222}" dt="2026-01-29T08:32:53.640" v="481" actId="478"/>
          <ac:spMkLst>
            <pc:docMk/>
            <pc:sldMk cId="368749362" sldId="3676"/>
            <ac:spMk id="6" creationId="{2308C072-27B6-42C9-B7C0-29EFF1724571}"/>
          </ac:spMkLst>
        </pc:spChg>
        <pc:spChg chg="add del mod">
          <ac:chgData name="Harry Kimpel" userId="a4b152e4-7c2c-406b-aeaf-55c467616911" providerId="ADAL" clId="{B73FD67B-3E2F-5850-87A5-9A6C4F440222}" dt="2026-01-29T08:32:56.377" v="483" actId="478"/>
          <ac:spMkLst>
            <pc:docMk/>
            <pc:sldMk cId="368749362" sldId="3676"/>
            <ac:spMk id="8" creationId="{11BD8648-9D0D-ACCF-07A2-6E126AB525AA}"/>
          </ac:spMkLst>
        </pc:spChg>
        <pc:picChg chg="add del mod">
          <ac:chgData name="Harry Kimpel" userId="a4b152e4-7c2c-406b-aeaf-55c467616911" providerId="ADAL" clId="{B73FD67B-3E2F-5850-87A5-9A6C4F440222}" dt="2026-01-29T08:35:45.302" v="487" actId="478"/>
          <ac:picMkLst>
            <pc:docMk/>
            <pc:sldMk cId="368749362" sldId="3676"/>
            <ac:picMk id="9" creationId="{5D87EC5E-767E-7F01-1CF0-B34041878F25}"/>
          </ac:picMkLst>
        </pc:picChg>
        <pc:picChg chg="add mod">
          <ac:chgData name="Harry Kimpel" userId="a4b152e4-7c2c-406b-aeaf-55c467616911" providerId="ADAL" clId="{B73FD67B-3E2F-5850-87A5-9A6C4F440222}" dt="2026-01-29T09:22:36.348" v="496" actId="1076"/>
          <ac:picMkLst>
            <pc:docMk/>
            <pc:sldMk cId="368749362" sldId="3676"/>
            <ac:picMk id="10" creationId="{58D43A56-A9A3-6882-CB22-3E13FA80368A}"/>
          </ac:picMkLst>
        </pc:picChg>
        <pc:picChg chg="add mod">
          <ac:chgData name="Harry Kimpel" userId="a4b152e4-7c2c-406b-aeaf-55c467616911" providerId="ADAL" clId="{B73FD67B-3E2F-5850-87A5-9A6C4F440222}" dt="2026-01-29T10:24:27.147" v="504" actId="1076"/>
          <ac:picMkLst>
            <pc:docMk/>
            <pc:sldMk cId="368749362" sldId="3676"/>
            <ac:picMk id="11" creationId="{04DD8449-CB14-874F-88D6-287C952A52AC}"/>
          </ac:picMkLst>
        </pc:picChg>
        <pc:picChg chg="add del mod">
          <ac:chgData name="Harry Kimpel" userId="a4b152e4-7c2c-406b-aeaf-55c467616911" providerId="ADAL" clId="{B73FD67B-3E2F-5850-87A5-9A6C4F440222}" dt="2026-01-29T10:24:21.469" v="503" actId="478"/>
          <ac:picMkLst>
            <pc:docMk/>
            <pc:sldMk cId="368749362" sldId="3676"/>
            <ac:picMk id="12" creationId="{5AA90F95-2AE6-77BD-22FE-5B75F9E65BC0}"/>
          </ac:picMkLst>
        </pc:picChg>
      </pc:sldChg>
      <pc:sldChg chg="modSp add mod">
        <pc:chgData name="Harry Kimpel" userId="a4b152e4-7c2c-406b-aeaf-55c467616911" providerId="ADAL" clId="{B73FD67B-3E2F-5850-87A5-9A6C4F440222}" dt="2026-01-29T10:39:56.368" v="584" actId="27636"/>
        <pc:sldMkLst>
          <pc:docMk/>
          <pc:sldMk cId="1994886360" sldId="3677"/>
        </pc:sldMkLst>
        <pc:spChg chg="mod">
          <ac:chgData name="Harry Kimpel" userId="a4b152e4-7c2c-406b-aeaf-55c467616911" providerId="ADAL" clId="{B73FD67B-3E2F-5850-87A5-9A6C4F440222}" dt="2026-01-29T10:38:14.964" v="573" actId="3064"/>
          <ac:spMkLst>
            <pc:docMk/>
            <pc:sldMk cId="1994886360" sldId="3677"/>
            <ac:spMk id="2" creationId="{D1F0412C-C462-19AF-6F33-CBE9E1B120B0}"/>
          </ac:spMkLst>
        </pc:spChg>
        <pc:spChg chg="mod">
          <ac:chgData name="Harry Kimpel" userId="a4b152e4-7c2c-406b-aeaf-55c467616911" providerId="ADAL" clId="{B73FD67B-3E2F-5850-87A5-9A6C4F440222}" dt="2026-01-29T10:39:56.368" v="584" actId="27636"/>
          <ac:spMkLst>
            <pc:docMk/>
            <pc:sldMk cId="1994886360" sldId="3677"/>
            <ac:spMk id="3" creationId="{0726EB30-B8F0-B4D8-31BD-EFB7D114705F}"/>
          </ac:spMkLst>
        </pc:spChg>
      </pc:sldChg>
      <pc:sldChg chg="modSp add mod">
        <pc:chgData name="Harry Kimpel" userId="a4b152e4-7c2c-406b-aeaf-55c467616911" providerId="ADAL" clId="{B73FD67B-3E2F-5850-87A5-9A6C4F440222}" dt="2026-01-29T10:41:45.695" v="616" actId="20577"/>
        <pc:sldMkLst>
          <pc:docMk/>
          <pc:sldMk cId="2192518200" sldId="3678"/>
        </pc:sldMkLst>
        <pc:spChg chg="mod">
          <ac:chgData name="Harry Kimpel" userId="a4b152e4-7c2c-406b-aeaf-55c467616911" providerId="ADAL" clId="{B73FD67B-3E2F-5850-87A5-9A6C4F440222}" dt="2026-01-29T10:39:13.092" v="578" actId="27636"/>
          <ac:spMkLst>
            <pc:docMk/>
            <pc:sldMk cId="2192518200" sldId="3678"/>
            <ac:spMk id="3" creationId="{3A79DB28-B093-94A7-B8B1-60EF8DF01951}"/>
          </ac:spMkLst>
        </pc:spChg>
        <pc:spChg chg="mod">
          <ac:chgData name="Harry Kimpel" userId="a4b152e4-7c2c-406b-aeaf-55c467616911" providerId="ADAL" clId="{B73FD67B-3E2F-5850-87A5-9A6C4F440222}" dt="2026-01-29T10:41:45.695" v="616" actId="20577"/>
          <ac:spMkLst>
            <pc:docMk/>
            <pc:sldMk cId="2192518200" sldId="3678"/>
            <ac:spMk id="4" creationId="{4397DB4C-AE02-1957-0E69-B8C672199F8F}"/>
          </ac:spMkLst>
        </pc:spChg>
        <pc:spChg chg="mod">
          <ac:chgData name="Harry Kimpel" userId="a4b152e4-7c2c-406b-aeaf-55c467616911" providerId="ADAL" clId="{B73FD67B-3E2F-5850-87A5-9A6C4F440222}" dt="2026-01-29T10:38:28.110" v="576" actId="20577"/>
          <ac:spMkLst>
            <pc:docMk/>
            <pc:sldMk cId="2192518200" sldId="3678"/>
            <ac:spMk id="6" creationId="{B6E493CF-4088-D4E5-DF71-E2186C7A7D2C}"/>
          </ac:spMkLst>
        </pc:spChg>
      </pc:sldChg>
      <pc:sldChg chg="modSp add mod">
        <pc:chgData name="Harry Kimpel" userId="a4b152e4-7c2c-406b-aeaf-55c467616911" providerId="ADAL" clId="{B73FD67B-3E2F-5850-87A5-9A6C4F440222}" dt="2026-01-29T10:45:27.583" v="681" actId="255"/>
        <pc:sldMkLst>
          <pc:docMk/>
          <pc:sldMk cId="3582949827" sldId="3679"/>
        </pc:sldMkLst>
        <pc:spChg chg="mod">
          <ac:chgData name="Harry Kimpel" userId="a4b152e4-7c2c-406b-aeaf-55c467616911" providerId="ADAL" clId="{B73FD67B-3E2F-5850-87A5-9A6C4F440222}" dt="2026-01-29T10:45:27.583" v="681" actId="255"/>
          <ac:spMkLst>
            <pc:docMk/>
            <pc:sldMk cId="3582949827" sldId="3679"/>
            <ac:spMk id="2" creationId="{4A7A50E6-00DC-BB34-E730-E98AB6A2535D}"/>
          </ac:spMkLst>
        </pc:spChg>
        <pc:spChg chg="mod">
          <ac:chgData name="Harry Kimpel" userId="a4b152e4-7c2c-406b-aeaf-55c467616911" providerId="ADAL" clId="{B73FD67B-3E2F-5850-87A5-9A6C4F440222}" dt="2026-01-29T10:39:19.823" v="580" actId="20577"/>
          <ac:spMkLst>
            <pc:docMk/>
            <pc:sldMk cId="3582949827" sldId="3679"/>
            <ac:spMk id="3" creationId="{ABD138F6-07C0-83EE-7DBA-212D79031C23}"/>
          </ac:spMkLst>
        </pc:spChg>
        <pc:spChg chg="mod">
          <ac:chgData name="Harry Kimpel" userId="a4b152e4-7c2c-406b-aeaf-55c467616911" providerId="ADAL" clId="{B73FD67B-3E2F-5850-87A5-9A6C4F440222}" dt="2026-01-29T10:41:40.578" v="615" actId="20577"/>
          <ac:spMkLst>
            <pc:docMk/>
            <pc:sldMk cId="3582949827" sldId="3679"/>
            <ac:spMk id="8" creationId="{B08D7D4B-6D68-3ED5-75A6-C5E8A34102A3}"/>
          </ac:spMkLst>
        </pc:spChg>
      </pc:sldChg>
      <pc:sldChg chg="modSp add mod">
        <pc:chgData name="Harry Kimpel" userId="a4b152e4-7c2c-406b-aeaf-55c467616911" providerId="ADAL" clId="{B73FD67B-3E2F-5850-87A5-9A6C4F440222}" dt="2026-01-29T10:46:13.352" v="693"/>
        <pc:sldMkLst>
          <pc:docMk/>
          <pc:sldMk cId="787346752" sldId="3680"/>
        </pc:sldMkLst>
        <pc:spChg chg="mod">
          <ac:chgData name="Harry Kimpel" userId="a4b152e4-7c2c-406b-aeaf-55c467616911" providerId="ADAL" clId="{B73FD67B-3E2F-5850-87A5-9A6C4F440222}" dt="2026-01-29T10:46:10.208" v="692" actId="20577"/>
          <ac:spMkLst>
            <pc:docMk/>
            <pc:sldMk cId="787346752" sldId="3680"/>
            <ac:spMk id="2" creationId="{05104BB3-0FC1-9806-B442-C866153EF22F}"/>
          </ac:spMkLst>
        </pc:spChg>
        <pc:spChg chg="mod">
          <ac:chgData name="Harry Kimpel" userId="a4b152e4-7c2c-406b-aeaf-55c467616911" providerId="ADAL" clId="{B73FD67B-3E2F-5850-87A5-9A6C4F440222}" dt="2026-01-29T10:46:13.352" v="693"/>
          <ac:spMkLst>
            <pc:docMk/>
            <pc:sldMk cId="787346752" sldId="3680"/>
            <ac:spMk id="3" creationId="{74D0DB4E-3C5D-C6BE-2072-950151A188B9}"/>
          </ac:spMkLst>
        </pc:spChg>
      </pc:sldChg>
      <pc:sldChg chg="modSp add mod">
        <pc:chgData name="Harry Kimpel" userId="a4b152e4-7c2c-406b-aeaf-55c467616911" providerId="ADAL" clId="{B73FD67B-3E2F-5850-87A5-9A6C4F440222}" dt="2026-01-29T10:46:34.256" v="704" actId="20577"/>
        <pc:sldMkLst>
          <pc:docMk/>
          <pc:sldMk cId="750998822" sldId="3681"/>
        </pc:sldMkLst>
        <pc:spChg chg="mod">
          <ac:chgData name="Harry Kimpel" userId="a4b152e4-7c2c-406b-aeaf-55c467616911" providerId="ADAL" clId="{B73FD67B-3E2F-5850-87A5-9A6C4F440222}" dt="2026-01-29T10:46:34.256" v="704" actId="20577"/>
          <ac:spMkLst>
            <pc:docMk/>
            <pc:sldMk cId="750998822" sldId="3681"/>
            <ac:spMk id="4" creationId="{F88D0DE6-6018-2647-105C-4BF3F1F8393A}"/>
          </ac:spMkLst>
        </pc:spChg>
        <pc:spChg chg="mod">
          <ac:chgData name="Harry Kimpel" userId="a4b152e4-7c2c-406b-aeaf-55c467616911" providerId="ADAL" clId="{B73FD67B-3E2F-5850-87A5-9A6C4F440222}" dt="2026-01-29T10:46:22.632" v="695" actId="20577"/>
          <ac:spMkLst>
            <pc:docMk/>
            <pc:sldMk cId="750998822" sldId="3681"/>
            <ac:spMk id="6" creationId="{FB3241B9-8EBB-4EF2-74F0-BD9ADC7C8D79}"/>
          </ac:spMkLst>
        </pc:spChg>
      </pc:sldChg>
      <pc:sldChg chg="modSp add mod">
        <pc:chgData name="Harry Kimpel" userId="a4b152e4-7c2c-406b-aeaf-55c467616911" providerId="ADAL" clId="{B73FD67B-3E2F-5850-87A5-9A6C4F440222}" dt="2026-01-29T10:50:17.278" v="759" actId="108"/>
        <pc:sldMkLst>
          <pc:docMk/>
          <pc:sldMk cId="3537895915" sldId="3682"/>
        </pc:sldMkLst>
        <pc:spChg chg="mod">
          <ac:chgData name="Harry Kimpel" userId="a4b152e4-7c2c-406b-aeaf-55c467616911" providerId="ADAL" clId="{B73FD67B-3E2F-5850-87A5-9A6C4F440222}" dt="2026-01-29T10:50:17.278" v="759" actId="108"/>
          <ac:spMkLst>
            <pc:docMk/>
            <pc:sldMk cId="3537895915" sldId="3682"/>
            <ac:spMk id="2" creationId="{0CAA9D70-65A4-29C2-70E5-DEAF0DA9923C}"/>
          </ac:spMkLst>
        </pc:spChg>
        <pc:spChg chg="mod">
          <ac:chgData name="Harry Kimpel" userId="a4b152e4-7c2c-406b-aeaf-55c467616911" providerId="ADAL" clId="{B73FD67B-3E2F-5850-87A5-9A6C4F440222}" dt="2026-01-29T10:46:45.722" v="707" actId="20577"/>
          <ac:spMkLst>
            <pc:docMk/>
            <pc:sldMk cId="3537895915" sldId="3682"/>
            <ac:spMk id="3" creationId="{D5265431-50A1-247C-5EAC-33115841569A}"/>
          </ac:spMkLst>
        </pc:spChg>
        <pc:spChg chg="mod">
          <ac:chgData name="Harry Kimpel" userId="a4b152e4-7c2c-406b-aeaf-55c467616911" providerId="ADAL" clId="{B73FD67B-3E2F-5850-87A5-9A6C4F440222}" dt="2026-01-29T10:46:43.611" v="705"/>
          <ac:spMkLst>
            <pc:docMk/>
            <pc:sldMk cId="3537895915" sldId="3682"/>
            <ac:spMk id="8" creationId="{3B6B5E03-F613-464F-BA45-69103D65B0BE}"/>
          </ac:spMkLst>
        </pc:spChg>
      </pc:sldChg>
      <pc:sldChg chg="modSp add mod">
        <pc:chgData name="Harry Kimpel" userId="a4b152e4-7c2c-406b-aeaf-55c467616911" providerId="ADAL" clId="{B73FD67B-3E2F-5850-87A5-9A6C4F440222}" dt="2026-01-29T10:51:25.234" v="777"/>
        <pc:sldMkLst>
          <pc:docMk/>
          <pc:sldMk cId="1370192950" sldId="3683"/>
        </pc:sldMkLst>
        <pc:spChg chg="mod">
          <ac:chgData name="Harry Kimpel" userId="a4b152e4-7c2c-406b-aeaf-55c467616911" providerId="ADAL" clId="{B73FD67B-3E2F-5850-87A5-9A6C4F440222}" dt="2026-01-29T10:51:25.234" v="777"/>
          <ac:spMkLst>
            <pc:docMk/>
            <pc:sldMk cId="1370192950" sldId="3683"/>
            <ac:spMk id="2" creationId="{7B16F57B-B0F5-F088-E040-E49F480A0198}"/>
          </ac:spMkLst>
        </pc:spChg>
        <pc:spChg chg="mod">
          <ac:chgData name="Harry Kimpel" userId="a4b152e4-7c2c-406b-aeaf-55c467616911" providerId="ADAL" clId="{B73FD67B-3E2F-5850-87A5-9A6C4F440222}" dt="2026-01-29T10:51:19.632" v="776" actId="20577"/>
          <ac:spMkLst>
            <pc:docMk/>
            <pc:sldMk cId="1370192950" sldId="3683"/>
            <ac:spMk id="3" creationId="{75667567-4067-3B3F-35F9-5C68B8367154}"/>
          </ac:spMkLst>
        </pc:spChg>
      </pc:sldChg>
      <pc:sldChg chg="modSp add mod">
        <pc:chgData name="Harry Kimpel" userId="a4b152e4-7c2c-406b-aeaf-55c467616911" providerId="ADAL" clId="{B73FD67B-3E2F-5850-87A5-9A6C4F440222}" dt="2026-01-29T10:52:15.813" v="782"/>
        <pc:sldMkLst>
          <pc:docMk/>
          <pc:sldMk cId="1811058792" sldId="3684"/>
        </pc:sldMkLst>
        <pc:spChg chg="mod">
          <ac:chgData name="Harry Kimpel" userId="a4b152e4-7c2c-406b-aeaf-55c467616911" providerId="ADAL" clId="{B73FD67B-3E2F-5850-87A5-9A6C4F440222}" dt="2026-01-29T10:52:15.813" v="782"/>
          <ac:spMkLst>
            <pc:docMk/>
            <pc:sldMk cId="1811058792" sldId="3684"/>
            <ac:spMk id="3" creationId="{0451606F-7CC0-314D-0684-14838950E5FC}"/>
          </ac:spMkLst>
        </pc:spChg>
        <pc:spChg chg="mod">
          <ac:chgData name="Harry Kimpel" userId="a4b152e4-7c2c-406b-aeaf-55c467616911" providerId="ADAL" clId="{B73FD67B-3E2F-5850-87A5-9A6C4F440222}" dt="2026-01-29T10:50:57.219" v="770" actId="20577"/>
          <ac:spMkLst>
            <pc:docMk/>
            <pc:sldMk cId="1811058792" sldId="3684"/>
            <ac:spMk id="4" creationId="{264B9C24-00BE-62C5-951F-65050F523328}"/>
          </ac:spMkLst>
        </pc:spChg>
        <pc:spChg chg="mod">
          <ac:chgData name="Harry Kimpel" userId="a4b152e4-7c2c-406b-aeaf-55c467616911" providerId="ADAL" clId="{B73FD67B-3E2F-5850-87A5-9A6C4F440222}" dt="2026-01-29T10:51:33.330" v="779" actId="20577"/>
          <ac:spMkLst>
            <pc:docMk/>
            <pc:sldMk cId="1811058792" sldId="3684"/>
            <ac:spMk id="6" creationId="{05381AAA-ED2B-E38A-33C9-A9B062C9A29B}"/>
          </ac:spMkLst>
        </pc:spChg>
      </pc:sldChg>
      <pc:sldChg chg="modSp add mod">
        <pc:chgData name="Harry Kimpel" userId="a4b152e4-7c2c-406b-aeaf-55c467616911" providerId="ADAL" clId="{B73FD67B-3E2F-5850-87A5-9A6C4F440222}" dt="2026-01-29T10:55:31.179" v="834" actId="6549"/>
        <pc:sldMkLst>
          <pc:docMk/>
          <pc:sldMk cId="334788417" sldId="3685"/>
        </pc:sldMkLst>
        <pc:spChg chg="mod">
          <ac:chgData name="Harry Kimpel" userId="a4b152e4-7c2c-406b-aeaf-55c467616911" providerId="ADAL" clId="{B73FD67B-3E2F-5850-87A5-9A6C4F440222}" dt="2026-01-29T10:55:31.179" v="834" actId="6549"/>
          <ac:spMkLst>
            <pc:docMk/>
            <pc:sldMk cId="334788417" sldId="3685"/>
            <ac:spMk id="2" creationId="{8FD97A90-78BF-65F9-804C-11C53DA8ADEF}"/>
          </ac:spMkLst>
        </pc:spChg>
        <pc:spChg chg="mod">
          <ac:chgData name="Harry Kimpel" userId="a4b152e4-7c2c-406b-aeaf-55c467616911" providerId="ADAL" clId="{B73FD67B-3E2F-5850-87A5-9A6C4F440222}" dt="2026-01-29T10:51:37.524" v="781" actId="20577"/>
          <ac:spMkLst>
            <pc:docMk/>
            <pc:sldMk cId="334788417" sldId="3685"/>
            <ac:spMk id="3" creationId="{2D825D59-34F9-F4C9-5B64-03965D800016}"/>
          </ac:spMkLst>
        </pc:spChg>
        <pc:spChg chg="mod">
          <ac:chgData name="Harry Kimpel" userId="a4b152e4-7c2c-406b-aeaf-55c467616911" providerId="ADAL" clId="{B73FD67B-3E2F-5850-87A5-9A6C4F440222}" dt="2026-01-29T10:51:04.118" v="772" actId="20577"/>
          <ac:spMkLst>
            <pc:docMk/>
            <pc:sldMk cId="334788417" sldId="3685"/>
            <ac:spMk id="8" creationId="{EDF1FFF1-1F61-D01D-6DE7-3D56A5C8FDF5}"/>
          </ac:spMkLst>
        </pc:spChg>
      </pc:sldChg>
      <pc:sldChg chg="modSp add mod">
        <pc:chgData name="Harry Kimpel" userId="a4b152e4-7c2c-406b-aeaf-55c467616911" providerId="ADAL" clId="{B73FD67B-3E2F-5850-87A5-9A6C4F440222}" dt="2026-01-29T10:57:51.116" v="874"/>
        <pc:sldMkLst>
          <pc:docMk/>
          <pc:sldMk cId="2199467759" sldId="3686"/>
        </pc:sldMkLst>
        <pc:spChg chg="mod">
          <ac:chgData name="Harry Kimpel" userId="a4b152e4-7c2c-406b-aeaf-55c467616911" providerId="ADAL" clId="{B73FD67B-3E2F-5850-87A5-9A6C4F440222}" dt="2026-01-29T10:57:51.116" v="874"/>
          <ac:spMkLst>
            <pc:docMk/>
            <pc:sldMk cId="2199467759" sldId="3686"/>
            <ac:spMk id="2" creationId="{AC19C407-62E9-DB0D-C892-DA47644136DB}"/>
          </ac:spMkLst>
        </pc:spChg>
        <pc:spChg chg="mod">
          <ac:chgData name="Harry Kimpel" userId="a4b152e4-7c2c-406b-aeaf-55c467616911" providerId="ADAL" clId="{B73FD67B-3E2F-5850-87A5-9A6C4F440222}" dt="2026-01-29T10:57:45.783" v="873" actId="20577"/>
          <ac:spMkLst>
            <pc:docMk/>
            <pc:sldMk cId="2199467759" sldId="3686"/>
            <ac:spMk id="3" creationId="{9A53809C-385C-C001-61E8-C5F14FB2BAF5}"/>
          </ac:spMkLst>
        </pc:spChg>
      </pc:sldChg>
      <pc:sldChg chg="modSp add mod">
        <pc:chgData name="Harry Kimpel" userId="a4b152e4-7c2c-406b-aeaf-55c467616911" providerId="ADAL" clId="{B73FD67B-3E2F-5850-87A5-9A6C4F440222}" dt="2026-01-29T10:58:05.493" v="875"/>
        <pc:sldMkLst>
          <pc:docMk/>
          <pc:sldMk cId="3757480772" sldId="3687"/>
        </pc:sldMkLst>
        <pc:spChg chg="mod">
          <ac:chgData name="Harry Kimpel" userId="a4b152e4-7c2c-406b-aeaf-55c467616911" providerId="ADAL" clId="{B73FD67B-3E2F-5850-87A5-9A6C4F440222}" dt="2026-01-29T10:58:05.493" v="875"/>
          <ac:spMkLst>
            <pc:docMk/>
            <pc:sldMk cId="3757480772" sldId="3687"/>
            <ac:spMk id="3" creationId="{45B4796C-88E4-08EF-E6DF-FF20C49BE154}"/>
          </ac:spMkLst>
        </pc:spChg>
        <pc:spChg chg="mod">
          <ac:chgData name="Harry Kimpel" userId="a4b152e4-7c2c-406b-aeaf-55c467616911" providerId="ADAL" clId="{B73FD67B-3E2F-5850-87A5-9A6C4F440222}" dt="2026-01-29T10:57:28.368" v="866" actId="20577"/>
          <ac:spMkLst>
            <pc:docMk/>
            <pc:sldMk cId="3757480772" sldId="3687"/>
            <ac:spMk id="4" creationId="{67EF1D45-A7A7-A07A-7B6B-A40C32EC3DCC}"/>
          </ac:spMkLst>
        </pc:spChg>
        <pc:spChg chg="mod">
          <ac:chgData name="Harry Kimpel" userId="a4b152e4-7c2c-406b-aeaf-55c467616911" providerId="ADAL" clId="{B73FD67B-3E2F-5850-87A5-9A6C4F440222}" dt="2026-01-29T10:55:53.945" v="839" actId="20577"/>
          <ac:spMkLst>
            <pc:docMk/>
            <pc:sldMk cId="3757480772" sldId="3687"/>
            <ac:spMk id="6" creationId="{E6A5E9BF-F864-19CC-3118-9508EA3C9AE0}"/>
          </ac:spMkLst>
        </pc:spChg>
      </pc:sldChg>
      <pc:sldChg chg="modSp add mod">
        <pc:chgData name="Harry Kimpel" userId="a4b152e4-7c2c-406b-aeaf-55c467616911" providerId="ADAL" clId="{B73FD67B-3E2F-5850-87A5-9A6C4F440222}" dt="2026-01-29T11:20:03.345" v="1195" actId="313"/>
        <pc:sldMkLst>
          <pc:docMk/>
          <pc:sldMk cId="825295033" sldId="3688"/>
        </pc:sldMkLst>
        <pc:spChg chg="mod">
          <ac:chgData name="Harry Kimpel" userId="a4b152e4-7c2c-406b-aeaf-55c467616911" providerId="ADAL" clId="{B73FD67B-3E2F-5850-87A5-9A6C4F440222}" dt="2026-01-29T11:20:03.345" v="1195" actId="313"/>
          <ac:spMkLst>
            <pc:docMk/>
            <pc:sldMk cId="825295033" sldId="3688"/>
            <ac:spMk id="2" creationId="{3CE059E3-807D-FBB8-62E7-9420CCAFE5E1}"/>
          </ac:spMkLst>
        </pc:spChg>
        <pc:spChg chg="mod">
          <ac:chgData name="Harry Kimpel" userId="a4b152e4-7c2c-406b-aeaf-55c467616911" providerId="ADAL" clId="{B73FD67B-3E2F-5850-87A5-9A6C4F440222}" dt="2026-01-29T10:55:58.569" v="841" actId="20577"/>
          <ac:spMkLst>
            <pc:docMk/>
            <pc:sldMk cId="825295033" sldId="3688"/>
            <ac:spMk id="3" creationId="{B296C1F0-8130-0A43-3A0C-08EAC1726D49}"/>
          </ac:spMkLst>
        </pc:spChg>
        <pc:spChg chg="mod">
          <ac:chgData name="Harry Kimpel" userId="a4b152e4-7c2c-406b-aeaf-55c467616911" providerId="ADAL" clId="{B73FD67B-3E2F-5850-87A5-9A6C4F440222}" dt="2026-01-29T10:57:15.871" v="863" actId="14100"/>
          <ac:spMkLst>
            <pc:docMk/>
            <pc:sldMk cId="825295033" sldId="3688"/>
            <ac:spMk id="8" creationId="{6D89DEEE-2D43-E976-B7A6-2442F5CA34E0}"/>
          </ac:spMkLst>
        </pc:spChg>
      </pc:sldChg>
      <pc:sldChg chg="modSp add mod">
        <pc:chgData name="Harry Kimpel" userId="a4b152e4-7c2c-406b-aeaf-55c467616911" providerId="ADAL" clId="{B73FD67B-3E2F-5850-87A5-9A6C4F440222}" dt="2026-01-29T11:04:42.905" v="982"/>
        <pc:sldMkLst>
          <pc:docMk/>
          <pc:sldMk cId="2076594393" sldId="3689"/>
        </pc:sldMkLst>
        <pc:spChg chg="mod">
          <ac:chgData name="Harry Kimpel" userId="a4b152e4-7c2c-406b-aeaf-55c467616911" providerId="ADAL" clId="{B73FD67B-3E2F-5850-87A5-9A6C4F440222}" dt="2026-01-29T11:04:42.905" v="982"/>
          <ac:spMkLst>
            <pc:docMk/>
            <pc:sldMk cId="2076594393" sldId="3689"/>
            <ac:spMk id="2" creationId="{DDB6EBA6-6E69-31C3-84B6-E8CE1DD08A97}"/>
          </ac:spMkLst>
        </pc:spChg>
        <pc:spChg chg="mod">
          <ac:chgData name="Harry Kimpel" userId="a4b152e4-7c2c-406b-aeaf-55c467616911" providerId="ADAL" clId="{B73FD67B-3E2F-5850-87A5-9A6C4F440222}" dt="2026-01-29T11:04:38.054" v="981" actId="20577"/>
          <ac:spMkLst>
            <pc:docMk/>
            <pc:sldMk cId="2076594393" sldId="3689"/>
            <ac:spMk id="3" creationId="{DA1783D7-4A47-360F-2708-ECA7FC63E4AE}"/>
          </ac:spMkLst>
        </pc:spChg>
      </pc:sldChg>
      <pc:sldChg chg="modSp add mod">
        <pc:chgData name="Harry Kimpel" userId="a4b152e4-7c2c-406b-aeaf-55c467616911" providerId="ADAL" clId="{B73FD67B-3E2F-5850-87A5-9A6C4F440222}" dt="2026-01-29T11:04:56.389" v="983"/>
        <pc:sldMkLst>
          <pc:docMk/>
          <pc:sldMk cId="2474435455" sldId="3690"/>
        </pc:sldMkLst>
        <pc:spChg chg="mod">
          <ac:chgData name="Harry Kimpel" userId="a4b152e4-7c2c-406b-aeaf-55c467616911" providerId="ADAL" clId="{B73FD67B-3E2F-5850-87A5-9A6C4F440222}" dt="2026-01-29T11:04:56.389" v="983"/>
          <ac:spMkLst>
            <pc:docMk/>
            <pc:sldMk cId="2474435455" sldId="3690"/>
            <ac:spMk id="3" creationId="{9A34E9AE-A35E-03DA-2AF2-424C84F57355}"/>
          </ac:spMkLst>
        </pc:spChg>
        <pc:spChg chg="mod">
          <ac:chgData name="Harry Kimpel" userId="a4b152e4-7c2c-406b-aeaf-55c467616911" providerId="ADAL" clId="{B73FD67B-3E2F-5850-87A5-9A6C4F440222}" dt="2026-01-29T11:04:21.640" v="974" actId="27636"/>
          <ac:spMkLst>
            <pc:docMk/>
            <pc:sldMk cId="2474435455" sldId="3690"/>
            <ac:spMk id="4" creationId="{B0CBDA34-C165-A64A-6B73-C4740A839233}"/>
          </ac:spMkLst>
        </pc:spChg>
        <pc:spChg chg="mod">
          <ac:chgData name="Harry Kimpel" userId="a4b152e4-7c2c-406b-aeaf-55c467616911" providerId="ADAL" clId="{B73FD67B-3E2F-5850-87A5-9A6C4F440222}" dt="2026-01-29T11:03:23.335" v="949" actId="20577"/>
          <ac:spMkLst>
            <pc:docMk/>
            <pc:sldMk cId="2474435455" sldId="3690"/>
            <ac:spMk id="6" creationId="{4EFF61F6-C5B7-3DA2-9411-4A4DD690D19E}"/>
          </ac:spMkLst>
        </pc:spChg>
      </pc:sldChg>
      <pc:sldChg chg="modSp add mod">
        <pc:chgData name="Harry Kimpel" userId="a4b152e4-7c2c-406b-aeaf-55c467616911" providerId="ADAL" clId="{B73FD67B-3E2F-5850-87A5-9A6C4F440222}" dt="2026-01-29T11:12:52.626" v="1066" actId="404"/>
        <pc:sldMkLst>
          <pc:docMk/>
          <pc:sldMk cId="816567166" sldId="3691"/>
        </pc:sldMkLst>
        <pc:spChg chg="mod">
          <ac:chgData name="Harry Kimpel" userId="a4b152e4-7c2c-406b-aeaf-55c467616911" providerId="ADAL" clId="{B73FD67B-3E2F-5850-87A5-9A6C4F440222}" dt="2026-01-29T11:12:52.626" v="1066" actId="404"/>
          <ac:spMkLst>
            <pc:docMk/>
            <pc:sldMk cId="816567166" sldId="3691"/>
            <ac:spMk id="2" creationId="{49E80CF1-033A-78A0-EEF2-9BD472D9965B}"/>
          </ac:spMkLst>
        </pc:spChg>
        <pc:spChg chg="mod">
          <ac:chgData name="Harry Kimpel" userId="a4b152e4-7c2c-406b-aeaf-55c467616911" providerId="ADAL" clId="{B73FD67B-3E2F-5850-87A5-9A6C4F440222}" dt="2026-01-29T11:03:27.686" v="951" actId="20577"/>
          <ac:spMkLst>
            <pc:docMk/>
            <pc:sldMk cId="816567166" sldId="3691"/>
            <ac:spMk id="3" creationId="{1C614946-4C68-D93D-2674-31921AF4C633}"/>
          </ac:spMkLst>
        </pc:spChg>
        <pc:spChg chg="mod">
          <ac:chgData name="Harry Kimpel" userId="a4b152e4-7c2c-406b-aeaf-55c467616911" providerId="ADAL" clId="{B73FD67B-3E2F-5850-87A5-9A6C4F440222}" dt="2026-01-29T11:04:13.730" v="972" actId="20577"/>
          <ac:spMkLst>
            <pc:docMk/>
            <pc:sldMk cId="816567166" sldId="3691"/>
            <ac:spMk id="8" creationId="{571C3A8F-FF11-3BCF-54A4-00AAF4E5861A}"/>
          </ac:spMkLst>
        </pc:spChg>
      </pc:sldChg>
      <pc:sldChg chg="modSp add mod">
        <pc:chgData name="Harry Kimpel" userId="a4b152e4-7c2c-406b-aeaf-55c467616911" providerId="ADAL" clId="{B73FD67B-3E2F-5850-87A5-9A6C4F440222}" dt="2026-01-29T11:14:28.831" v="1111" actId="14100"/>
        <pc:sldMkLst>
          <pc:docMk/>
          <pc:sldMk cId="995644940" sldId="3692"/>
        </pc:sldMkLst>
        <pc:spChg chg="mod">
          <ac:chgData name="Harry Kimpel" userId="a4b152e4-7c2c-406b-aeaf-55c467616911" providerId="ADAL" clId="{B73FD67B-3E2F-5850-87A5-9A6C4F440222}" dt="2026-01-29T11:14:28.831" v="1111" actId="14100"/>
          <ac:spMkLst>
            <pc:docMk/>
            <pc:sldMk cId="995644940" sldId="3692"/>
            <ac:spMk id="2" creationId="{2994D38E-0AB4-61DC-2599-6352628B8732}"/>
          </ac:spMkLst>
        </pc:spChg>
        <pc:spChg chg="mod">
          <ac:chgData name="Harry Kimpel" userId="a4b152e4-7c2c-406b-aeaf-55c467616911" providerId="ADAL" clId="{B73FD67B-3E2F-5850-87A5-9A6C4F440222}" dt="2026-01-29T11:13:47.856" v="1088" actId="20577"/>
          <ac:spMkLst>
            <pc:docMk/>
            <pc:sldMk cId="995644940" sldId="3692"/>
            <ac:spMk id="3" creationId="{CA01CB28-0CC9-D98D-C315-0B17C93F928F}"/>
          </ac:spMkLst>
        </pc:spChg>
      </pc:sldChg>
      <pc:sldChg chg="modSp add mod">
        <pc:chgData name="Harry Kimpel" userId="a4b152e4-7c2c-406b-aeaf-55c467616911" providerId="ADAL" clId="{B73FD67B-3E2F-5850-87A5-9A6C4F440222}" dt="2026-01-29T11:19:48.731" v="1193" actId="207"/>
        <pc:sldMkLst>
          <pc:docMk/>
          <pc:sldMk cId="3318677629" sldId="3693"/>
        </pc:sldMkLst>
        <pc:spChg chg="mod">
          <ac:chgData name="Harry Kimpel" userId="a4b152e4-7c2c-406b-aeaf-55c467616911" providerId="ADAL" clId="{B73FD67B-3E2F-5850-87A5-9A6C4F440222}" dt="2026-01-29T11:19:48.731" v="1193" actId="207"/>
          <ac:spMkLst>
            <pc:docMk/>
            <pc:sldMk cId="3318677629" sldId="3693"/>
            <ac:spMk id="3" creationId="{3EAD0062-8CE1-DC0B-6B44-F41976B32FB0}"/>
          </ac:spMkLst>
        </pc:spChg>
        <pc:spChg chg="mod">
          <ac:chgData name="Harry Kimpel" userId="a4b152e4-7c2c-406b-aeaf-55c467616911" providerId="ADAL" clId="{B73FD67B-3E2F-5850-87A5-9A6C4F440222}" dt="2026-01-29T11:13:38.082" v="1083" actId="27636"/>
          <ac:spMkLst>
            <pc:docMk/>
            <pc:sldMk cId="3318677629" sldId="3693"/>
            <ac:spMk id="4" creationId="{89F646BC-0E7F-0DAD-CEA8-F9048BB03659}"/>
          </ac:spMkLst>
        </pc:spChg>
        <pc:spChg chg="mod">
          <ac:chgData name="Harry Kimpel" userId="a4b152e4-7c2c-406b-aeaf-55c467616911" providerId="ADAL" clId="{B73FD67B-3E2F-5850-87A5-9A6C4F440222}" dt="2026-01-29T11:13:12.028" v="1071" actId="20577"/>
          <ac:spMkLst>
            <pc:docMk/>
            <pc:sldMk cId="3318677629" sldId="3693"/>
            <ac:spMk id="6" creationId="{E7E2FDE2-32B0-EEAF-CA48-123F60B6EEAC}"/>
          </ac:spMkLst>
        </pc:spChg>
      </pc:sldChg>
      <pc:sldChg chg="modSp add mod">
        <pc:chgData name="Harry Kimpel" userId="a4b152e4-7c2c-406b-aeaf-55c467616911" providerId="ADAL" clId="{B73FD67B-3E2F-5850-87A5-9A6C4F440222}" dt="2026-01-29T11:19:17.768" v="1187" actId="20577"/>
        <pc:sldMkLst>
          <pc:docMk/>
          <pc:sldMk cId="3109703141" sldId="3694"/>
        </pc:sldMkLst>
        <pc:spChg chg="mod">
          <ac:chgData name="Harry Kimpel" userId="a4b152e4-7c2c-406b-aeaf-55c467616911" providerId="ADAL" clId="{B73FD67B-3E2F-5850-87A5-9A6C4F440222}" dt="2026-01-29T11:19:17.768" v="1187" actId="20577"/>
          <ac:spMkLst>
            <pc:docMk/>
            <pc:sldMk cId="3109703141" sldId="3694"/>
            <ac:spMk id="2" creationId="{D8B0C51C-F8A8-A8AA-8D23-3859F1D37980}"/>
          </ac:spMkLst>
        </pc:spChg>
        <pc:spChg chg="mod">
          <ac:chgData name="Harry Kimpel" userId="a4b152e4-7c2c-406b-aeaf-55c467616911" providerId="ADAL" clId="{B73FD67B-3E2F-5850-87A5-9A6C4F440222}" dt="2026-01-29T11:13:16.088" v="1073" actId="20577"/>
          <ac:spMkLst>
            <pc:docMk/>
            <pc:sldMk cId="3109703141" sldId="3694"/>
            <ac:spMk id="3" creationId="{7DC13B31-032B-8C68-AB79-BE87563A1397}"/>
          </ac:spMkLst>
        </pc:spChg>
        <pc:spChg chg="mod">
          <ac:chgData name="Harry Kimpel" userId="a4b152e4-7c2c-406b-aeaf-55c467616911" providerId="ADAL" clId="{B73FD67B-3E2F-5850-87A5-9A6C4F440222}" dt="2026-01-29T11:13:33.335" v="1081" actId="20577"/>
          <ac:spMkLst>
            <pc:docMk/>
            <pc:sldMk cId="3109703141" sldId="3694"/>
            <ac:spMk id="8" creationId="{8744829D-FF6A-B01D-F859-E3375BC72BE1}"/>
          </ac:spMkLst>
        </pc:spChg>
      </pc:sldChg>
      <pc:sldMasterChg chg="modSldLayout">
        <pc:chgData name="Harry Kimpel" userId="a4b152e4-7c2c-406b-aeaf-55c467616911" providerId="ADAL" clId="{B73FD67B-3E2F-5850-87A5-9A6C4F440222}" dt="2026-01-29T07:56:45.177" v="411" actId="1076"/>
        <pc:sldMasterMkLst>
          <pc:docMk/>
          <pc:sldMasterMk cId="4029705734" sldId="2147483986"/>
        </pc:sldMasterMkLst>
        <pc:sldLayoutChg chg="addSp delSp modSp mod">
          <pc:chgData name="Harry Kimpel" userId="a4b152e4-7c2c-406b-aeaf-55c467616911" providerId="ADAL" clId="{B73FD67B-3E2F-5850-87A5-9A6C4F440222}" dt="2026-01-29T07:55:55.347" v="400" actId="1076"/>
          <pc:sldLayoutMkLst>
            <pc:docMk/>
            <pc:sldMasterMk cId="4029705734" sldId="2147483986"/>
            <pc:sldLayoutMk cId="3988635005" sldId="2147483988"/>
          </pc:sldLayoutMkLst>
          <pc:picChg chg="add del mod">
            <ac:chgData name="Harry Kimpel" userId="a4b152e4-7c2c-406b-aeaf-55c467616911" providerId="ADAL" clId="{B73FD67B-3E2F-5850-87A5-9A6C4F440222}" dt="2026-01-29T07:55:38.351" v="396" actId="478"/>
            <ac:picMkLst>
              <pc:docMk/>
              <pc:sldMasterMk cId="4029705734" sldId="2147483986"/>
              <pc:sldLayoutMk cId="3988635005" sldId="2147483988"/>
              <ac:picMk id="8" creationId="{09652228-AEA9-2B1D-3940-CFB88107D6AB}"/>
            </ac:picMkLst>
          </pc:picChg>
          <pc:picChg chg="add mod">
            <ac:chgData name="Harry Kimpel" userId="a4b152e4-7c2c-406b-aeaf-55c467616911" providerId="ADAL" clId="{B73FD67B-3E2F-5850-87A5-9A6C4F440222}" dt="2026-01-29T07:55:55.347" v="400" actId="1076"/>
            <ac:picMkLst>
              <pc:docMk/>
              <pc:sldMasterMk cId="4029705734" sldId="2147483986"/>
              <pc:sldLayoutMk cId="3988635005" sldId="2147483988"/>
              <ac:picMk id="10" creationId="{8F020320-3042-B6A8-AD8B-1C80CCBC74BD}"/>
            </ac:picMkLst>
          </pc:picChg>
        </pc:sldLayoutChg>
        <pc:sldLayoutChg chg="addSp delSp modSp mod">
          <pc:chgData name="Harry Kimpel" userId="a4b152e4-7c2c-406b-aeaf-55c467616911" providerId="ADAL" clId="{B73FD67B-3E2F-5850-87A5-9A6C4F440222}" dt="2026-01-29T07:56:45.177" v="411" actId="1076"/>
          <pc:sldLayoutMkLst>
            <pc:docMk/>
            <pc:sldMasterMk cId="4029705734" sldId="2147483986"/>
            <pc:sldLayoutMk cId="117437312" sldId="2147483989"/>
          </pc:sldLayoutMkLst>
          <pc:picChg chg="add del mod">
            <ac:chgData name="Harry Kimpel" userId="a4b152e4-7c2c-406b-aeaf-55c467616911" providerId="ADAL" clId="{B73FD67B-3E2F-5850-87A5-9A6C4F440222}" dt="2026-01-29T07:56:09.846" v="402" actId="478"/>
            <ac:picMkLst>
              <pc:docMk/>
              <pc:sldMasterMk cId="4029705734" sldId="2147483986"/>
              <pc:sldLayoutMk cId="117437312" sldId="2147483989"/>
              <ac:picMk id="7" creationId="{3DD6702F-48FD-2A53-380E-62D5B90AD52A}"/>
            </ac:picMkLst>
          </pc:picChg>
          <pc:picChg chg="add mod">
            <ac:chgData name="Harry Kimpel" userId="a4b152e4-7c2c-406b-aeaf-55c467616911" providerId="ADAL" clId="{B73FD67B-3E2F-5850-87A5-9A6C4F440222}" dt="2026-01-29T07:56:45.177" v="411" actId="1076"/>
            <ac:picMkLst>
              <pc:docMk/>
              <pc:sldMasterMk cId="4029705734" sldId="2147483986"/>
              <pc:sldLayoutMk cId="117437312" sldId="2147483989"/>
              <ac:picMk id="10" creationId="{15A126B6-70F3-FAF9-6DA2-F8A9E3484CCA}"/>
            </ac:picMkLst>
          </pc:picChg>
        </pc:sldLayoutChg>
        <pc:sldLayoutChg chg="addSp modSp">
          <pc:chgData name="Harry Kimpel" userId="a4b152e4-7c2c-406b-aeaf-55c467616911" providerId="ADAL" clId="{B73FD67B-3E2F-5850-87A5-9A6C4F440222}" dt="2026-01-29T07:56:04.584" v="401"/>
          <pc:sldLayoutMkLst>
            <pc:docMk/>
            <pc:sldMasterMk cId="4029705734" sldId="2147483986"/>
            <pc:sldLayoutMk cId="1794283035" sldId="2147484020"/>
          </pc:sldLayoutMkLst>
          <pc:picChg chg="add mod">
            <ac:chgData name="Harry Kimpel" userId="a4b152e4-7c2c-406b-aeaf-55c467616911" providerId="ADAL" clId="{B73FD67B-3E2F-5850-87A5-9A6C4F440222}" dt="2026-01-29T07:56:04.584" v="401"/>
            <ac:picMkLst>
              <pc:docMk/>
              <pc:sldMasterMk cId="4029705734" sldId="2147483986"/>
              <pc:sldLayoutMk cId="1794283035" sldId="2147484020"/>
              <ac:picMk id="7" creationId="{62E8F96A-D8DF-0A85-D7C3-A67A3A4832BE}"/>
            </ac:picMkLst>
          </pc:pic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F29697-4A6D-AC4B-B035-E737BE26C24F}" type="datetimeFigureOut">
              <a:rPr lang="en-US" smtClean="0"/>
              <a:t>3/24/26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8166E8A-67CA-C341-8374-503D670F7D80}" type="slidenum">
              <a:rPr lang="en-US" smtClean="0"/>
              <a:t>‹#›</a:t>
            </a:fld>
            <a:endParaRPr lang="en-US"/>
          </a:p>
        </p:txBody>
      </p:sp>
    </p:spTree>
    <p:extLst>
      <p:ext uri="{BB962C8B-B14F-4D97-AF65-F5344CB8AC3E}">
        <p14:creationId xmlns:p14="http://schemas.microsoft.com/office/powerpoint/2010/main" val="5939878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795838-E26F-BF4F-AF40-5695E293B9BE}" type="datetimeFigureOut">
              <a:rPr lang="en-US" smtClean="0"/>
              <a:t>3/24/26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5375D1-61FB-3243-8074-59CD809395A7}" type="slidenum">
              <a:rPr lang="en-US" smtClean="0"/>
              <a:t>‹#›</a:t>
            </a:fld>
            <a:endParaRPr lang="en-US"/>
          </a:p>
        </p:txBody>
      </p:sp>
    </p:spTree>
    <p:extLst>
      <p:ext uri="{BB962C8B-B14F-4D97-AF65-F5344CB8AC3E}">
        <p14:creationId xmlns:p14="http://schemas.microsoft.com/office/powerpoint/2010/main" val="1905384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a template for What The Hack lectures.</a:t>
            </a:r>
          </a:p>
          <a:p>
            <a:endParaRPr lang="en-US" dirty="0"/>
          </a:p>
          <a:p>
            <a:r>
              <a:rPr lang="en-US" dirty="0"/>
              <a:t>It is recommended that Coaches deliver mini-lectures ahead of each Challenge that set context for the challenge and introduce &amp; explain any key technologies.</a:t>
            </a:r>
          </a:p>
          <a:p>
            <a:endParaRPr lang="en-US" dirty="0"/>
          </a:p>
          <a:p>
            <a:r>
              <a:rPr lang="en-US" dirty="0"/>
              <a:t>At a minimum, it is handy to have a slide with the key goals of each challenge to display on the screen when running the hack in-person.</a:t>
            </a:r>
          </a:p>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15375D1-61FB-3243-8074-59CD809395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610696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37737-E6E5-7844-3566-9AFD1EC4F6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140D74-35A4-3D72-F88B-3A9EB71F5B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517199-45FC-5145-997C-AFFEF5563751}"/>
              </a:ext>
            </a:extLst>
          </p:cNvPr>
          <p:cNvSpPr>
            <a:spLocks noGrp="1"/>
          </p:cNvSpPr>
          <p:nvPr>
            <p:ph type="body" idx="1"/>
          </p:nvPr>
        </p:nvSpPr>
        <p:spPr/>
        <p:txBody>
          <a:bodyPr/>
          <a:lstStyle/>
          <a:p>
            <a:r>
              <a:rPr lang="en-US" dirty="0"/>
              <a:t>Modify this slide and add the pre-</a:t>
            </a:r>
            <a:r>
              <a:rPr lang="en-US" dirty="0" err="1"/>
              <a:t>reqs</a:t>
            </a:r>
            <a:r>
              <a:rPr lang="en-US" dirty="0"/>
              <a:t> specific to your hack here.</a:t>
            </a:r>
          </a:p>
          <a:p>
            <a:endParaRPr lang="en-US" dirty="0"/>
          </a:p>
          <a:p>
            <a:r>
              <a:rPr lang="en-US" dirty="0"/>
              <a:t>Each challenge slide should list the key goals for the challenge.</a:t>
            </a:r>
          </a:p>
          <a:p>
            <a:endParaRPr lang="en-US" dirty="0"/>
          </a:p>
        </p:txBody>
      </p:sp>
      <p:sp>
        <p:nvSpPr>
          <p:cNvPr id="4" name="Slide Number Placeholder 3">
            <a:extLst>
              <a:ext uri="{FF2B5EF4-FFF2-40B4-BE49-F238E27FC236}">
                <a16:creationId xmlns:a16="http://schemas.microsoft.com/office/drawing/2014/main" id="{78D0EE2F-26DD-7074-ED56-C14839A9D13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34906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27A80-83C6-47C8-B646-F5CAEAD6BE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6B5FFD-AA40-FFEE-4DBE-65F6A56379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BE9127-1424-FB12-52A1-2F27439174E3}"/>
              </a:ext>
            </a:extLst>
          </p:cNvPr>
          <p:cNvSpPr>
            <a:spLocks noGrp="1"/>
          </p:cNvSpPr>
          <p:nvPr>
            <p:ph type="body" idx="1"/>
          </p:nvPr>
        </p:nvSpPr>
        <p:spPr/>
        <p:txBody>
          <a:bodyPr/>
          <a:lstStyle/>
          <a:p>
            <a:r>
              <a:rPr lang="en-US" dirty="0"/>
              <a:t>Modify this slide and add the pre-</a:t>
            </a:r>
            <a:r>
              <a:rPr lang="en-US" dirty="0" err="1"/>
              <a:t>reqs</a:t>
            </a:r>
            <a:r>
              <a:rPr lang="en-US" dirty="0"/>
              <a:t> specific to your hack here.</a:t>
            </a:r>
          </a:p>
          <a:p>
            <a:endParaRPr lang="en-US" dirty="0"/>
          </a:p>
          <a:p>
            <a:r>
              <a:rPr lang="en-US" dirty="0"/>
              <a:t>Each challenge slide should list the key goals for the challenge.</a:t>
            </a:r>
          </a:p>
          <a:p>
            <a:endParaRPr lang="en-US" dirty="0"/>
          </a:p>
        </p:txBody>
      </p:sp>
      <p:sp>
        <p:nvSpPr>
          <p:cNvPr id="4" name="Slide Number Placeholder 3">
            <a:extLst>
              <a:ext uri="{FF2B5EF4-FFF2-40B4-BE49-F238E27FC236}">
                <a16:creationId xmlns:a16="http://schemas.microsoft.com/office/drawing/2014/main" id="{F315E890-5888-D1C3-97B4-5DB6C3E9F822}"/>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17817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7F755-0343-6955-26C4-042D528907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02128C-B763-08B7-CF1E-159E245E75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8109A0-2128-2F13-890E-FE6F33B98A3E}"/>
              </a:ext>
            </a:extLst>
          </p:cNvPr>
          <p:cNvSpPr>
            <a:spLocks noGrp="1"/>
          </p:cNvSpPr>
          <p:nvPr>
            <p:ph type="body" idx="1"/>
          </p:nvPr>
        </p:nvSpPr>
        <p:spPr/>
        <p:txBody>
          <a:bodyPr/>
          <a:lstStyle/>
          <a:p>
            <a:r>
              <a:rPr lang="en-US" dirty="0"/>
              <a:t>Modify this slide and add the pre-</a:t>
            </a:r>
            <a:r>
              <a:rPr lang="en-US" dirty="0" err="1"/>
              <a:t>reqs</a:t>
            </a:r>
            <a:r>
              <a:rPr lang="en-US" dirty="0"/>
              <a:t> specific to your hack here.</a:t>
            </a:r>
          </a:p>
          <a:p>
            <a:endParaRPr lang="en-US" dirty="0"/>
          </a:p>
          <a:p>
            <a:r>
              <a:rPr lang="en-US" dirty="0"/>
              <a:t>Each challenge slide should list the key goals for the challenge.</a:t>
            </a:r>
          </a:p>
          <a:p>
            <a:endParaRPr lang="en-US" dirty="0"/>
          </a:p>
        </p:txBody>
      </p:sp>
      <p:sp>
        <p:nvSpPr>
          <p:cNvPr id="4" name="Slide Number Placeholder 3">
            <a:extLst>
              <a:ext uri="{FF2B5EF4-FFF2-40B4-BE49-F238E27FC236}">
                <a16:creationId xmlns:a16="http://schemas.microsoft.com/office/drawing/2014/main" id="{D67E890C-DBED-0CC6-A860-BEE41556CC0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68321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Coaches/Presenters for THIS hack/lecture event should be listed on this slide.</a:t>
            </a:r>
          </a:p>
          <a:p>
            <a:endParaRPr lang="en-US" dirty="0"/>
          </a:p>
          <a:p>
            <a:r>
              <a:rPr lang="en-US" dirty="0"/>
              <a:t>Original contributors to the hack content &amp; these slides include:</a:t>
            </a:r>
          </a:p>
          <a:p>
            <a:endParaRPr lang="en-US" dirty="0"/>
          </a:p>
          <a:p>
            <a:r>
              <a:rPr lang="en-US" dirty="0"/>
              <a:t>Please list original contributors to this hack here in the speaker notes and give them credit when delivering this content.</a:t>
            </a:r>
          </a:p>
          <a:p>
            <a:endParaRPr lang="en-US" dirty="0"/>
          </a:p>
          <a:p>
            <a:r>
              <a:rPr lang="en-US" dirty="0"/>
              <a:t>&lt;Original Author 1&gt;</a:t>
            </a:r>
          </a:p>
          <a:p>
            <a:r>
              <a:rPr lang="en-US" dirty="0"/>
              <a:t>&lt;Original Author 2&gt;</a:t>
            </a:r>
          </a:p>
          <a:p>
            <a:r>
              <a:rPr lang="en-US" dirty="0"/>
              <a:t>…</a:t>
            </a:r>
          </a:p>
          <a:p>
            <a:r>
              <a:rPr lang="en-US" dirty="0"/>
              <a:t>&lt;Original Author N&gt;</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C3A18DF-2E2C-4B51-B31A-8EAAD44872A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96826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Modify this slide and add the pre-</a:t>
            </a:r>
            <a:r>
              <a:rPr lang="en-US" dirty="0" err="1"/>
              <a:t>reqs</a:t>
            </a:r>
            <a:r>
              <a:rPr lang="en-US" dirty="0"/>
              <a:t> specific to your hack here.</a:t>
            </a:r>
          </a:p>
          <a:p>
            <a:endParaRPr lang="en-US" dirty="0"/>
          </a:p>
          <a:p>
            <a:r>
              <a:rPr lang="en-US" dirty="0"/>
              <a:t>Each challenge slide should list the key goals for the challenge.</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84032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for a lecture slide with bullets (if you need them).</a:t>
            </a:r>
          </a:p>
          <a:p>
            <a:endParaRPr lang="en-US" dirty="0"/>
          </a:p>
          <a:p>
            <a:r>
              <a:rPr lang="en-US" dirty="0"/>
              <a:t>Try to NOT use bullet lists in your presentation.  </a:t>
            </a:r>
          </a:p>
          <a:p>
            <a:r>
              <a:rPr lang="en-US" dirty="0"/>
              <a:t>Diagrams, puppy pictures, </a:t>
            </a:r>
            <a:r>
              <a:rPr lang="en-US" dirty="0" err="1"/>
              <a:t>etc</a:t>
            </a:r>
            <a:r>
              <a:rPr lang="en-US" dirty="0"/>
              <a:t> are always better. </a:t>
            </a:r>
            <a:r>
              <a:rPr lang="en-US" dirty="0">
                <a:sym typeface="Wingdings" panose="05000000000000000000" pitchFamily="2" charset="2"/>
              </a:rPr>
              <a:t></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19410-49C3-46C5-A633-999FD8C441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498040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challenge, list out the key high-level goals.</a:t>
            </a:r>
          </a:p>
          <a:p>
            <a:r>
              <a:rPr lang="en-US" dirty="0"/>
              <a:t>If there are important specifications, list them here, or remind students to “read the student guide!”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67966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03B94-A0D1-8BA2-52CA-BA275829F0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4A54C-C3B9-1419-2C5D-F1862ED9DE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ACAF55-006E-189E-33FF-B208890EB903}"/>
              </a:ext>
            </a:extLst>
          </p:cNvPr>
          <p:cNvSpPr>
            <a:spLocks noGrp="1"/>
          </p:cNvSpPr>
          <p:nvPr>
            <p:ph type="body" idx="1"/>
          </p:nvPr>
        </p:nvSpPr>
        <p:spPr/>
        <p:txBody>
          <a:bodyPr/>
          <a:lstStyle/>
          <a:p>
            <a:r>
              <a:rPr lang="en-US" dirty="0"/>
              <a:t>For each challenge, list out the key high-level goals.</a:t>
            </a:r>
          </a:p>
          <a:p>
            <a:r>
              <a:rPr lang="en-US" dirty="0"/>
              <a:t>If there are important specifications, list them here, or remind students to “read the student guide!” </a:t>
            </a:r>
          </a:p>
        </p:txBody>
      </p:sp>
      <p:sp>
        <p:nvSpPr>
          <p:cNvPr id="4" name="Slide Number Placeholder 3">
            <a:extLst>
              <a:ext uri="{FF2B5EF4-FFF2-40B4-BE49-F238E27FC236}">
                <a16:creationId xmlns:a16="http://schemas.microsoft.com/office/drawing/2014/main" id="{29AB6E74-35AF-E136-F99A-BB2162FFF25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698411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5634C-F96E-C8F4-B1BF-DFD904DACB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C337D6-DE61-025C-F0F1-7B514A33F2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6DAEB8-4D6F-7AD4-1D6B-B7C5C958294A}"/>
              </a:ext>
            </a:extLst>
          </p:cNvPr>
          <p:cNvSpPr>
            <a:spLocks noGrp="1"/>
          </p:cNvSpPr>
          <p:nvPr>
            <p:ph type="body" idx="1"/>
          </p:nvPr>
        </p:nvSpPr>
        <p:spPr/>
        <p:txBody>
          <a:bodyPr/>
          <a:lstStyle/>
          <a:p>
            <a:r>
              <a:rPr lang="en-US" dirty="0"/>
              <a:t>Template for a lecture slide with bullets (if you need them).</a:t>
            </a:r>
          </a:p>
          <a:p>
            <a:endParaRPr lang="en-US" dirty="0"/>
          </a:p>
          <a:p>
            <a:r>
              <a:rPr lang="en-US" dirty="0"/>
              <a:t>Try to NOT use bullet lists in your presentation.  </a:t>
            </a:r>
          </a:p>
          <a:p>
            <a:r>
              <a:rPr lang="en-US" dirty="0"/>
              <a:t>Diagrams, puppy pictures, </a:t>
            </a:r>
            <a:r>
              <a:rPr lang="en-US" dirty="0" err="1"/>
              <a:t>etc</a:t>
            </a:r>
            <a:r>
              <a:rPr lang="en-US" dirty="0"/>
              <a:t> are always better. </a:t>
            </a:r>
            <a:r>
              <a:rPr lang="en-US" dirty="0">
                <a:sym typeface="Wingdings" panose="05000000000000000000" pitchFamily="2" charset="2"/>
              </a:rPr>
              <a:t></a:t>
            </a:r>
            <a:endParaRPr lang="en-US" dirty="0"/>
          </a:p>
        </p:txBody>
      </p:sp>
      <p:sp>
        <p:nvSpPr>
          <p:cNvPr id="4" name="Slide Number Placeholder 3">
            <a:extLst>
              <a:ext uri="{FF2B5EF4-FFF2-40B4-BE49-F238E27FC236}">
                <a16:creationId xmlns:a16="http://schemas.microsoft.com/office/drawing/2014/main" id="{45CF5B10-C882-EEF1-099B-E42C22B263D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19410-49C3-46C5-A633-999FD8C441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42912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8F7B0-3432-4B84-55A2-6DA7C13136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3DCF4E-6532-CB46-4CB3-FAB319181A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68EA03-C600-1DD5-6828-3D9B94E4F0C7}"/>
              </a:ext>
            </a:extLst>
          </p:cNvPr>
          <p:cNvSpPr>
            <a:spLocks noGrp="1"/>
          </p:cNvSpPr>
          <p:nvPr>
            <p:ph type="body" idx="1"/>
          </p:nvPr>
        </p:nvSpPr>
        <p:spPr/>
        <p:txBody>
          <a:bodyPr/>
          <a:lstStyle/>
          <a:p>
            <a:r>
              <a:rPr lang="en-US" dirty="0"/>
              <a:t>For each challenge, list out the key high-level goals.</a:t>
            </a:r>
          </a:p>
          <a:p>
            <a:r>
              <a:rPr lang="en-US" dirty="0"/>
              <a:t>If there are important specifications, list them here, or remind students to “read the student guide!” </a:t>
            </a:r>
          </a:p>
        </p:txBody>
      </p:sp>
      <p:sp>
        <p:nvSpPr>
          <p:cNvPr id="4" name="Slide Number Placeholder 3">
            <a:extLst>
              <a:ext uri="{FF2B5EF4-FFF2-40B4-BE49-F238E27FC236}">
                <a16:creationId xmlns:a16="http://schemas.microsoft.com/office/drawing/2014/main" id="{F14BFB35-BCB8-AA3C-C542-C8472F5E187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515312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44A43-CA26-FD5B-60E9-4A4E2234D3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4BB357-40A9-F43B-F393-E5E226AE7C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B54B11-589E-C1A1-3D4C-9C3CAC2D038C}"/>
              </a:ext>
            </a:extLst>
          </p:cNvPr>
          <p:cNvSpPr>
            <a:spLocks noGrp="1"/>
          </p:cNvSpPr>
          <p:nvPr>
            <p:ph type="body" idx="1"/>
          </p:nvPr>
        </p:nvSpPr>
        <p:spPr/>
        <p:txBody>
          <a:bodyPr/>
          <a:lstStyle/>
          <a:p>
            <a:r>
              <a:rPr lang="en-US" dirty="0"/>
              <a:t>Template for a lecture slide with bullets (if you need them).</a:t>
            </a:r>
          </a:p>
          <a:p>
            <a:endParaRPr lang="en-US" dirty="0"/>
          </a:p>
          <a:p>
            <a:r>
              <a:rPr lang="en-US" dirty="0"/>
              <a:t>Try to NOT use bullet lists in your presentation.  </a:t>
            </a:r>
          </a:p>
          <a:p>
            <a:r>
              <a:rPr lang="en-US" dirty="0"/>
              <a:t>Diagrams, puppy pictures, </a:t>
            </a:r>
            <a:r>
              <a:rPr lang="en-US" dirty="0" err="1"/>
              <a:t>etc</a:t>
            </a:r>
            <a:r>
              <a:rPr lang="en-US" dirty="0"/>
              <a:t> are always better. </a:t>
            </a:r>
            <a:r>
              <a:rPr lang="en-US" dirty="0">
                <a:sym typeface="Wingdings" panose="05000000000000000000" pitchFamily="2" charset="2"/>
              </a:rPr>
              <a:t></a:t>
            </a:r>
            <a:endParaRPr lang="en-US" dirty="0"/>
          </a:p>
        </p:txBody>
      </p:sp>
      <p:sp>
        <p:nvSpPr>
          <p:cNvPr id="4" name="Slide Number Placeholder 3">
            <a:extLst>
              <a:ext uri="{FF2B5EF4-FFF2-40B4-BE49-F238E27FC236}">
                <a16:creationId xmlns:a16="http://schemas.microsoft.com/office/drawing/2014/main" id="{EAA2C23F-350C-1009-F9BB-3FA904F734A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19410-49C3-46C5-A633-999FD8C441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4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ABEE9-828E-03B0-303F-3043D7204C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12A2F5-3933-6730-FC2A-6316768644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F58AE3-A51C-0B54-044D-5F5293B9B9F8}"/>
              </a:ext>
            </a:extLst>
          </p:cNvPr>
          <p:cNvSpPr>
            <a:spLocks noGrp="1"/>
          </p:cNvSpPr>
          <p:nvPr>
            <p:ph type="body" idx="1"/>
          </p:nvPr>
        </p:nvSpPr>
        <p:spPr/>
        <p:txBody>
          <a:bodyPr/>
          <a:lstStyle/>
          <a:p>
            <a:r>
              <a:rPr lang="en-US" dirty="0"/>
              <a:t>For each challenge, list out the key high-level goals.</a:t>
            </a:r>
          </a:p>
          <a:p>
            <a:r>
              <a:rPr lang="en-US" dirty="0"/>
              <a:t>If there are important specifications, list them here, or remind students to “read the student guide!” </a:t>
            </a:r>
          </a:p>
        </p:txBody>
      </p:sp>
      <p:sp>
        <p:nvSpPr>
          <p:cNvPr id="4" name="Slide Number Placeholder 3">
            <a:extLst>
              <a:ext uri="{FF2B5EF4-FFF2-40B4-BE49-F238E27FC236}">
                <a16:creationId xmlns:a16="http://schemas.microsoft.com/office/drawing/2014/main" id="{D7A1843E-7BBB-7CA0-3588-056ADA1D562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863132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C5E06-3AD1-9E2A-EF3F-C87A70D12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22D279-ED1A-91B3-8890-2B8CC6F0FD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D22DA8-9F17-3E34-DB84-4E2B174C407F}"/>
              </a:ext>
            </a:extLst>
          </p:cNvPr>
          <p:cNvSpPr>
            <a:spLocks noGrp="1"/>
          </p:cNvSpPr>
          <p:nvPr>
            <p:ph type="body" idx="1"/>
          </p:nvPr>
        </p:nvSpPr>
        <p:spPr/>
        <p:txBody>
          <a:bodyPr/>
          <a:lstStyle/>
          <a:p>
            <a:r>
              <a:rPr lang="en-US" dirty="0"/>
              <a:t>Template for a lecture slide with bullets (if you need them).</a:t>
            </a:r>
          </a:p>
          <a:p>
            <a:endParaRPr lang="en-US" dirty="0"/>
          </a:p>
          <a:p>
            <a:r>
              <a:rPr lang="en-US" dirty="0"/>
              <a:t>Try to NOT use bullet lists in your presentation.  </a:t>
            </a:r>
          </a:p>
          <a:p>
            <a:r>
              <a:rPr lang="en-US" dirty="0"/>
              <a:t>Diagrams, puppy pictures, </a:t>
            </a:r>
            <a:r>
              <a:rPr lang="en-US" dirty="0" err="1"/>
              <a:t>etc</a:t>
            </a:r>
            <a:r>
              <a:rPr lang="en-US" dirty="0"/>
              <a:t> are always better. </a:t>
            </a:r>
            <a:r>
              <a:rPr lang="en-US" dirty="0">
                <a:sym typeface="Wingdings" panose="05000000000000000000" pitchFamily="2" charset="2"/>
              </a:rPr>
              <a:t></a:t>
            </a:r>
            <a:endParaRPr lang="en-US" dirty="0"/>
          </a:p>
        </p:txBody>
      </p:sp>
      <p:sp>
        <p:nvSpPr>
          <p:cNvPr id="4" name="Slide Number Placeholder 3">
            <a:extLst>
              <a:ext uri="{FF2B5EF4-FFF2-40B4-BE49-F238E27FC236}">
                <a16:creationId xmlns:a16="http://schemas.microsoft.com/office/drawing/2014/main" id="{45CC8B5F-7523-4FD0-0CE0-A856C181E5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19410-49C3-46C5-A633-999FD8C441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85912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75965-80E1-922B-C3FF-50AE0CC29C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483356-640F-B0F2-5CE9-181E9BA3B3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F3F348-52E2-3EAF-6EC9-4D2F2EDACAB1}"/>
              </a:ext>
            </a:extLst>
          </p:cNvPr>
          <p:cNvSpPr>
            <a:spLocks noGrp="1"/>
          </p:cNvSpPr>
          <p:nvPr>
            <p:ph type="body" idx="1"/>
          </p:nvPr>
        </p:nvSpPr>
        <p:spPr/>
        <p:txBody>
          <a:bodyPr/>
          <a:lstStyle/>
          <a:p>
            <a:r>
              <a:rPr lang="en-US" dirty="0"/>
              <a:t>For each challenge, list out the key high-level goals.</a:t>
            </a:r>
          </a:p>
          <a:p>
            <a:r>
              <a:rPr lang="en-US" dirty="0"/>
              <a:t>If there are important specifications, list them here, or remind students to “read the student guide!” </a:t>
            </a:r>
          </a:p>
        </p:txBody>
      </p:sp>
      <p:sp>
        <p:nvSpPr>
          <p:cNvPr id="4" name="Slide Number Placeholder 3">
            <a:extLst>
              <a:ext uri="{FF2B5EF4-FFF2-40B4-BE49-F238E27FC236}">
                <a16:creationId xmlns:a16="http://schemas.microsoft.com/office/drawing/2014/main" id="{6524237E-7A2D-9B13-6CD0-377C3169C02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94653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8881A-9FF5-3E3F-6AB9-830531983D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2515E2-3850-3113-DB2A-6AC6FF3DE7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EFFE88-3764-EE59-EC2B-776AF7FF2A14}"/>
              </a:ext>
            </a:extLst>
          </p:cNvPr>
          <p:cNvSpPr>
            <a:spLocks noGrp="1"/>
          </p:cNvSpPr>
          <p:nvPr>
            <p:ph type="body" idx="1"/>
          </p:nvPr>
        </p:nvSpPr>
        <p:spPr/>
        <p:txBody>
          <a:bodyPr/>
          <a:lstStyle/>
          <a:p>
            <a:r>
              <a:rPr lang="en-US" dirty="0"/>
              <a:t>Template for a lecture slide with bullets (if you need them).</a:t>
            </a:r>
          </a:p>
          <a:p>
            <a:endParaRPr lang="en-US" dirty="0"/>
          </a:p>
          <a:p>
            <a:r>
              <a:rPr lang="en-US" dirty="0"/>
              <a:t>Try to NOT use bullet lists in your presentation.  </a:t>
            </a:r>
          </a:p>
          <a:p>
            <a:r>
              <a:rPr lang="en-US" dirty="0"/>
              <a:t>Diagrams, puppy pictures, </a:t>
            </a:r>
            <a:r>
              <a:rPr lang="en-US" dirty="0" err="1"/>
              <a:t>etc</a:t>
            </a:r>
            <a:r>
              <a:rPr lang="en-US" dirty="0"/>
              <a:t> are always better. </a:t>
            </a:r>
            <a:r>
              <a:rPr lang="en-US" dirty="0">
                <a:sym typeface="Wingdings" panose="05000000000000000000" pitchFamily="2" charset="2"/>
              </a:rPr>
              <a:t></a:t>
            </a:r>
            <a:endParaRPr lang="en-US" dirty="0"/>
          </a:p>
        </p:txBody>
      </p:sp>
      <p:sp>
        <p:nvSpPr>
          <p:cNvPr id="4" name="Slide Number Placeholder 3">
            <a:extLst>
              <a:ext uri="{FF2B5EF4-FFF2-40B4-BE49-F238E27FC236}">
                <a16:creationId xmlns:a16="http://schemas.microsoft.com/office/drawing/2014/main" id="{1CDCB844-455E-DE62-5070-00940B8443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19410-49C3-46C5-A633-999FD8C441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58101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4B6D9-CBBD-727F-2612-1C96DCBA6A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FBE575-B2DA-8E18-369B-06747521CA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904919-6D55-B477-F6AD-D1C51CF1EED7}"/>
              </a:ext>
            </a:extLst>
          </p:cNvPr>
          <p:cNvSpPr>
            <a:spLocks noGrp="1"/>
          </p:cNvSpPr>
          <p:nvPr>
            <p:ph type="body" idx="1"/>
          </p:nvPr>
        </p:nvSpPr>
        <p:spPr/>
        <p:txBody>
          <a:bodyPr/>
          <a:lstStyle/>
          <a:p>
            <a:r>
              <a:rPr lang="en-US" dirty="0"/>
              <a:t>For each challenge, list out the key high-level goals.</a:t>
            </a:r>
          </a:p>
          <a:p>
            <a:r>
              <a:rPr lang="en-US" dirty="0"/>
              <a:t>If there are important specifications, list them here, or remind students to “read the student guide!” </a:t>
            </a:r>
          </a:p>
        </p:txBody>
      </p:sp>
      <p:sp>
        <p:nvSpPr>
          <p:cNvPr id="4" name="Slide Number Placeholder 3">
            <a:extLst>
              <a:ext uri="{FF2B5EF4-FFF2-40B4-BE49-F238E27FC236}">
                <a16:creationId xmlns:a16="http://schemas.microsoft.com/office/drawing/2014/main" id="{A730E33F-0596-249B-DEFB-11BD022F968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527216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157ED-599D-C61F-9F39-2C436EDBF2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A05838-090D-470E-0956-3CB6F8207C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CE66B7-6D44-D0FE-3206-219575626A40}"/>
              </a:ext>
            </a:extLst>
          </p:cNvPr>
          <p:cNvSpPr>
            <a:spLocks noGrp="1"/>
          </p:cNvSpPr>
          <p:nvPr>
            <p:ph type="body" idx="1"/>
          </p:nvPr>
        </p:nvSpPr>
        <p:spPr/>
        <p:txBody>
          <a:bodyPr/>
          <a:lstStyle/>
          <a:p>
            <a:r>
              <a:rPr lang="en-US" dirty="0"/>
              <a:t>Template for a lecture slide with bullets (if you need them).</a:t>
            </a:r>
          </a:p>
          <a:p>
            <a:endParaRPr lang="en-US" dirty="0"/>
          </a:p>
          <a:p>
            <a:r>
              <a:rPr lang="en-US" dirty="0"/>
              <a:t>Try to NOT use bullet lists in your presentation.  </a:t>
            </a:r>
          </a:p>
          <a:p>
            <a:r>
              <a:rPr lang="en-US" dirty="0"/>
              <a:t>Diagrams, puppy pictures, </a:t>
            </a:r>
            <a:r>
              <a:rPr lang="en-US" dirty="0" err="1"/>
              <a:t>etc</a:t>
            </a:r>
            <a:r>
              <a:rPr lang="en-US" dirty="0"/>
              <a:t> are always better. </a:t>
            </a:r>
            <a:r>
              <a:rPr lang="en-US" dirty="0">
                <a:sym typeface="Wingdings" panose="05000000000000000000" pitchFamily="2" charset="2"/>
              </a:rPr>
              <a:t></a:t>
            </a:r>
            <a:endParaRPr lang="en-US" dirty="0"/>
          </a:p>
        </p:txBody>
      </p:sp>
      <p:sp>
        <p:nvSpPr>
          <p:cNvPr id="4" name="Slide Number Placeholder 3">
            <a:extLst>
              <a:ext uri="{FF2B5EF4-FFF2-40B4-BE49-F238E27FC236}">
                <a16:creationId xmlns:a16="http://schemas.microsoft.com/office/drawing/2014/main" id="{0CD1D558-483C-E861-F9AA-07E583331E4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19410-49C3-46C5-A633-999FD8C441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77759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9A78C-13E1-B588-E1C9-4B8F37E267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BA381D-3BF6-8177-C059-FA6D46E4E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6EB639-0397-7AEF-7944-B77BDFD692F0}"/>
              </a:ext>
            </a:extLst>
          </p:cNvPr>
          <p:cNvSpPr>
            <a:spLocks noGrp="1"/>
          </p:cNvSpPr>
          <p:nvPr>
            <p:ph type="body" idx="1"/>
          </p:nvPr>
        </p:nvSpPr>
        <p:spPr/>
        <p:txBody>
          <a:bodyPr/>
          <a:lstStyle/>
          <a:p>
            <a:r>
              <a:rPr lang="en-US" dirty="0"/>
              <a:t>For each challenge, list out the key high-level goals.</a:t>
            </a:r>
          </a:p>
          <a:p>
            <a:r>
              <a:rPr lang="en-US" dirty="0"/>
              <a:t>If there are important specifications, list them here, or remind students to “read the student guide!” </a:t>
            </a:r>
          </a:p>
        </p:txBody>
      </p:sp>
      <p:sp>
        <p:nvSpPr>
          <p:cNvPr id="4" name="Slide Number Placeholder 3">
            <a:extLst>
              <a:ext uri="{FF2B5EF4-FFF2-40B4-BE49-F238E27FC236}">
                <a16:creationId xmlns:a16="http://schemas.microsoft.com/office/drawing/2014/main" id="{DAB4D705-2664-6E21-2372-7F4FB35C93F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99306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B29D5-8DD7-EE76-AFB3-EC86B8B929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311A85-2C0F-3BDD-2F93-3514489DCC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57F536-30B1-DEB9-025A-DE989C3F583B}"/>
              </a:ext>
            </a:extLst>
          </p:cNvPr>
          <p:cNvSpPr>
            <a:spLocks noGrp="1"/>
          </p:cNvSpPr>
          <p:nvPr>
            <p:ph type="body" idx="1"/>
          </p:nvPr>
        </p:nvSpPr>
        <p:spPr/>
        <p:txBody>
          <a:bodyPr/>
          <a:lstStyle/>
          <a:p>
            <a:r>
              <a:rPr lang="en-US" dirty="0"/>
              <a:t>Template for a lecture slide with bullets (if you need them).</a:t>
            </a:r>
          </a:p>
          <a:p>
            <a:endParaRPr lang="en-US" dirty="0"/>
          </a:p>
          <a:p>
            <a:r>
              <a:rPr lang="en-US" dirty="0"/>
              <a:t>Try to NOT use bullet lists in your presentation.  </a:t>
            </a:r>
          </a:p>
          <a:p>
            <a:r>
              <a:rPr lang="en-US" dirty="0"/>
              <a:t>Diagrams, puppy pictures, </a:t>
            </a:r>
            <a:r>
              <a:rPr lang="en-US" dirty="0" err="1"/>
              <a:t>etc</a:t>
            </a:r>
            <a:r>
              <a:rPr lang="en-US" dirty="0"/>
              <a:t> are always better. </a:t>
            </a:r>
            <a:r>
              <a:rPr lang="en-US" dirty="0">
                <a:sym typeface="Wingdings" panose="05000000000000000000" pitchFamily="2" charset="2"/>
              </a:rPr>
              <a:t></a:t>
            </a:r>
            <a:endParaRPr lang="en-US" dirty="0"/>
          </a:p>
        </p:txBody>
      </p:sp>
      <p:sp>
        <p:nvSpPr>
          <p:cNvPr id="4" name="Slide Number Placeholder 3">
            <a:extLst>
              <a:ext uri="{FF2B5EF4-FFF2-40B4-BE49-F238E27FC236}">
                <a16:creationId xmlns:a16="http://schemas.microsoft.com/office/drawing/2014/main" id="{E89168C2-F6A7-3E6E-74DE-E08580C08DE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19410-49C3-46C5-A633-999FD8C441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80891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608AA-A39D-4A0A-64B6-20256D4394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E569B4-9020-DBC1-BD43-58C9D7BFDF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07B91F-AC6D-1ABA-44B9-C4DAEC6AD3BB}"/>
              </a:ext>
            </a:extLst>
          </p:cNvPr>
          <p:cNvSpPr>
            <a:spLocks noGrp="1"/>
          </p:cNvSpPr>
          <p:nvPr>
            <p:ph type="body" idx="1"/>
          </p:nvPr>
        </p:nvSpPr>
        <p:spPr/>
        <p:txBody>
          <a:bodyPr/>
          <a:lstStyle/>
          <a:p>
            <a:r>
              <a:rPr lang="en-US" dirty="0"/>
              <a:t>For each challenge, list out the key high-level goals.</a:t>
            </a:r>
          </a:p>
          <a:p>
            <a:r>
              <a:rPr lang="en-US" dirty="0"/>
              <a:t>If there are important specifications, list them here, or remind students to “read the student guide!” </a:t>
            </a:r>
          </a:p>
        </p:txBody>
      </p:sp>
      <p:sp>
        <p:nvSpPr>
          <p:cNvPr id="4" name="Slide Number Placeholder 3">
            <a:extLst>
              <a:ext uri="{FF2B5EF4-FFF2-40B4-BE49-F238E27FC236}">
                <a16:creationId xmlns:a16="http://schemas.microsoft.com/office/drawing/2014/main" id="{88CB7C89-13C2-6D0A-370B-FC1B21B006C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53233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9FDC0-EA9F-12BB-7C6F-23269106E6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8B44EC-5976-9B2B-6716-2691406432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868C7F-83E0-F5F3-92D7-70E9C0B5BABE}"/>
              </a:ext>
            </a:extLst>
          </p:cNvPr>
          <p:cNvSpPr>
            <a:spLocks noGrp="1"/>
          </p:cNvSpPr>
          <p:nvPr>
            <p:ph type="body" idx="1"/>
          </p:nvPr>
        </p:nvSpPr>
        <p:spPr/>
        <p:txBody>
          <a:bodyPr/>
          <a:lstStyle/>
          <a:p>
            <a:r>
              <a:rPr lang="en-US" dirty="0"/>
              <a:t>Template for a lecture slide with bullets (if you need them).</a:t>
            </a:r>
          </a:p>
          <a:p>
            <a:endParaRPr lang="en-US" dirty="0"/>
          </a:p>
          <a:p>
            <a:r>
              <a:rPr lang="en-US" dirty="0"/>
              <a:t>Try to NOT use bullet lists in your presentation.  </a:t>
            </a:r>
          </a:p>
          <a:p>
            <a:r>
              <a:rPr lang="en-US" dirty="0"/>
              <a:t>Diagrams, puppy pictures, </a:t>
            </a:r>
            <a:r>
              <a:rPr lang="en-US" dirty="0" err="1"/>
              <a:t>etc</a:t>
            </a:r>
            <a:r>
              <a:rPr lang="en-US" dirty="0"/>
              <a:t> are always better. </a:t>
            </a:r>
            <a:r>
              <a:rPr lang="en-US" dirty="0">
                <a:sym typeface="Wingdings" panose="05000000000000000000" pitchFamily="2" charset="2"/>
              </a:rPr>
              <a:t></a:t>
            </a:r>
            <a:endParaRPr lang="en-US" dirty="0"/>
          </a:p>
        </p:txBody>
      </p:sp>
      <p:sp>
        <p:nvSpPr>
          <p:cNvPr id="4" name="Slide Number Placeholder 3">
            <a:extLst>
              <a:ext uri="{FF2B5EF4-FFF2-40B4-BE49-F238E27FC236}">
                <a16:creationId xmlns:a16="http://schemas.microsoft.com/office/drawing/2014/main" id="{642545E0-0705-2EA2-58D8-79836140DF8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19410-49C3-46C5-A633-999FD8C441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36128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F84B7-03C7-48DC-FEF9-26D740FC5A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1FFB3A-3571-8D3E-A9E3-9BACB62AAE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38B2FF-F7E1-99F7-4546-CAC655F4E1EF}"/>
              </a:ext>
            </a:extLst>
          </p:cNvPr>
          <p:cNvSpPr>
            <a:spLocks noGrp="1"/>
          </p:cNvSpPr>
          <p:nvPr>
            <p:ph type="body" idx="1"/>
          </p:nvPr>
        </p:nvSpPr>
        <p:spPr/>
        <p:txBody>
          <a:bodyPr/>
          <a:lstStyle/>
          <a:p>
            <a:r>
              <a:rPr lang="en-US" dirty="0"/>
              <a:t>For each challenge, list out the key high-level goals.</a:t>
            </a:r>
          </a:p>
          <a:p>
            <a:r>
              <a:rPr lang="en-US" dirty="0"/>
              <a:t>If there are important specifications, list them here, or remind students to “read the student guide!” </a:t>
            </a:r>
          </a:p>
        </p:txBody>
      </p:sp>
      <p:sp>
        <p:nvSpPr>
          <p:cNvPr id="4" name="Slide Number Placeholder 3">
            <a:extLst>
              <a:ext uri="{FF2B5EF4-FFF2-40B4-BE49-F238E27FC236}">
                <a16:creationId xmlns:a16="http://schemas.microsoft.com/office/drawing/2014/main" id="{BDDA8CC1-97A0-3CFE-9EBF-D88DE33AC82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D71AE-08D6-4951-B1CF-CF97299DB5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668628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students for attending and share the link to the What The Hack website with them.</a:t>
            </a:r>
          </a:p>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15375D1-61FB-3243-8074-59CD809395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77256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0F129-10C1-45D2-9366-5F6200A7B706}"/>
              </a:ext>
            </a:extLst>
          </p:cNvPr>
          <p:cNvSpPr>
            <a:spLocks noGrp="1"/>
          </p:cNvSpPr>
          <p:nvPr>
            <p:ph type="ctrTitle"/>
          </p:nvPr>
        </p:nvSpPr>
        <p:spPr>
          <a:xfrm>
            <a:off x="1524000" y="2062162"/>
            <a:ext cx="9144000" cy="1856695"/>
          </a:xfrm>
        </p:spPr>
        <p:txBody>
          <a:bodyPr anchor="b" anchorCtr="1">
            <a:normAutofit/>
          </a:bodyPr>
          <a:lstStyle>
            <a:lvl1pPr algn="ctr">
              <a:defRPr sz="5400">
                <a:solidFill>
                  <a:srgbClr val="9966FF"/>
                </a:solidFill>
              </a:defRPr>
            </a:lvl1pPr>
          </a:lstStyle>
          <a:p>
            <a:r>
              <a:rPr lang="en-US" dirty="0"/>
              <a:t>Click to edit Master title style</a:t>
            </a:r>
          </a:p>
        </p:txBody>
      </p:sp>
      <p:sp>
        <p:nvSpPr>
          <p:cNvPr id="3" name="Subtitle 2">
            <a:extLst>
              <a:ext uri="{FF2B5EF4-FFF2-40B4-BE49-F238E27FC236}">
                <a16:creationId xmlns:a16="http://schemas.microsoft.com/office/drawing/2014/main" id="{2BEFEC74-E711-408B-8EE8-74ADEEE779CE}"/>
              </a:ext>
            </a:extLst>
          </p:cNvPr>
          <p:cNvSpPr>
            <a:spLocks noGrp="1"/>
          </p:cNvSpPr>
          <p:nvPr>
            <p:ph type="subTitle" idx="1"/>
          </p:nvPr>
        </p:nvSpPr>
        <p:spPr>
          <a:xfrm>
            <a:off x="1524000" y="3918857"/>
            <a:ext cx="9144000" cy="1655762"/>
          </a:xfrm>
        </p:spPr>
        <p:txBody>
          <a:bodyPr>
            <a:normAutofit/>
          </a:bodyPr>
          <a:lstStyle>
            <a:lvl1pPr marL="0" indent="0" algn="ctr">
              <a:buNone/>
              <a:defRPr sz="3200" b="1">
                <a:solidFill>
                  <a:srgbClr val="FFC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5B3DD10-7612-4933-A9DE-52C8DEC05C16}"/>
              </a:ext>
            </a:extLst>
          </p:cNvPr>
          <p:cNvSpPr>
            <a:spLocks noGrp="1"/>
          </p:cNvSpPr>
          <p:nvPr>
            <p:ph type="dt" sz="half" idx="10"/>
          </p:nvPr>
        </p:nvSpPr>
        <p:spPr/>
        <p:txBody>
          <a:bodyPr/>
          <a:lstStyle/>
          <a:p>
            <a:fld id="{DFED49D2-CC62-47A6-8FD4-1840AC422660}" type="datetimeFigureOut">
              <a:rPr lang="en-US" smtClean="0"/>
              <a:t>3/24/26</a:t>
            </a:fld>
            <a:endParaRPr lang="en-US"/>
          </a:p>
        </p:txBody>
      </p:sp>
      <p:sp>
        <p:nvSpPr>
          <p:cNvPr id="5" name="Footer Placeholder 4">
            <a:extLst>
              <a:ext uri="{FF2B5EF4-FFF2-40B4-BE49-F238E27FC236}">
                <a16:creationId xmlns:a16="http://schemas.microsoft.com/office/drawing/2014/main" id="{5EB8C126-9EBB-4868-91BE-B4CC2CE03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99CA16-E167-4853-A100-2E054D32BF71}"/>
              </a:ext>
            </a:extLst>
          </p:cNvPr>
          <p:cNvSpPr>
            <a:spLocks noGrp="1"/>
          </p:cNvSpPr>
          <p:nvPr>
            <p:ph type="sldNum" sz="quarter" idx="12"/>
          </p:nvPr>
        </p:nvSpPr>
        <p:spPr/>
        <p:txBody>
          <a:bodyPr/>
          <a:lstStyle/>
          <a:p>
            <a:fld id="{917A5D10-618F-48F3-BDB9-4DB139240047}" type="slidenum">
              <a:rPr lang="en-US" smtClean="0"/>
              <a:t>‹#›</a:t>
            </a:fld>
            <a:endParaRPr lang="en-US"/>
          </a:p>
        </p:txBody>
      </p:sp>
      <p:pic>
        <p:nvPicPr>
          <p:cNvPr id="10" name="Picture 9" descr="Text&#10;&#10;Description automatically generated">
            <a:extLst>
              <a:ext uri="{FF2B5EF4-FFF2-40B4-BE49-F238E27FC236}">
                <a16:creationId xmlns:a16="http://schemas.microsoft.com/office/drawing/2014/main" id="{7D08AF1E-B0D5-63DF-0F2D-FD629FBF1285}"/>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802610" y="23813"/>
            <a:ext cx="8586780" cy="2227730"/>
          </a:xfrm>
          <a:prstGeom prst="rect">
            <a:avLst/>
          </a:prstGeom>
        </p:spPr>
      </p:pic>
      <p:sp>
        <p:nvSpPr>
          <p:cNvPr id="11" name="TextBox 10">
            <a:extLst>
              <a:ext uri="{FF2B5EF4-FFF2-40B4-BE49-F238E27FC236}">
                <a16:creationId xmlns:a16="http://schemas.microsoft.com/office/drawing/2014/main" id="{8546358A-FFF7-5AD1-79D7-CD5BFC6B9788}"/>
              </a:ext>
            </a:extLst>
          </p:cNvPr>
          <p:cNvSpPr txBox="1"/>
          <p:nvPr userDrawn="1"/>
        </p:nvSpPr>
        <p:spPr>
          <a:xfrm>
            <a:off x="11752976" y="6535024"/>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3996240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0B4F0-360B-4EB9-96E3-81C44E0DC963}"/>
              </a:ext>
            </a:extLst>
          </p:cNvPr>
          <p:cNvSpPr>
            <a:spLocks noGrp="1"/>
          </p:cNvSpPr>
          <p:nvPr>
            <p:ph type="title"/>
          </p:nvPr>
        </p:nvSpPr>
        <p:spPr>
          <a:xfrm>
            <a:off x="485861" y="29565"/>
            <a:ext cx="11258725" cy="1325563"/>
          </a:xfrm>
        </p:spPr>
        <p:txBody>
          <a:bodyPr>
            <a:normAutofit/>
          </a:bodyPr>
          <a:lstStyle>
            <a:lvl1pPr>
              <a:defRPr sz="5400">
                <a:solidFill>
                  <a:srgbClr val="002060"/>
                </a:solidFill>
                <a:latin typeface="Segoe UI" panose="020B0502040204020203" pitchFamily="34" charset="0"/>
                <a:cs typeface="Segoe UI" panose="020B0502040204020203"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8E140711-1DC8-49A6-B5F5-4132DFE31B9B}"/>
              </a:ext>
            </a:extLst>
          </p:cNvPr>
          <p:cNvSpPr>
            <a:spLocks noGrp="1"/>
          </p:cNvSpPr>
          <p:nvPr>
            <p:ph idx="1"/>
          </p:nvPr>
        </p:nvSpPr>
        <p:spPr>
          <a:xfrm>
            <a:off x="838200" y="1426129"/>
            <a:ext cx="10515600" cy="483205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71645B8-FCD4-4220-8D4A-7939D7A68671}"/>
              </a:ext>
            </a:extLst>
          </p:cNvPr>
          <p:cNvSpPr>
            <a:spLocks noGrp="1"/>
          </p:cNvSpPr>
          <p:nvPr>
            <p:ph type="dt" sz="half" idx="10"/>
          </p:nvPr>
        </p:nvSpPr>
        <p:spPr/>
        <p:txBody>
          <a:bodyPr/>
          <a:lstStyle/>
          <a:p>
            <a:fld id="{DFED49D2-CC62-47A6-8FD4-1840AC422660}" type="datetimeFigureOut">
              <a:rPr lang="en-US" smtClean="0"/>
              <a:t>3/24/26</a:t>
            </a:fld>
            <a:endParaRPr lang="en-US" dirty="0"/>
          </a:p>
        </p:txBody>
      </p:sp>
      <p:sp>
        <p:nvSpPr>
          <p:cNvPr id="5" name="Footer Placeholder 4">
            <a:extLst>
              <a:ext uri="{FF2B5EF4-FFF2-40B4-BE49-F238E27FC236}">
                <a16:creationId xmlns:a16="http://schemas.microsoft.com/office/drawing/2014/main" id="{469100D7-3212-49A0-A793-E3173C0B5D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3A8383-8F48-4AB8-8F64-6C8A9645963E}"/>
              </a:ext>
            </a:extLst>
          </p:cNvPr>
          <p:cNvSpPr>
            <a:spLocks noGrp="1"/>
          </p:cNvSpPr>
          <p:nvPr>
            <p:ph type="sldNum" sz="quarter" idx="12"/>
          </p:nvPr>
        </p:nvSpPr>
        <p:spPr/>
        <p:txBody>
          <a:bodyPr/>
          <a:lstStyle/>
          <a:p>
            <a:fld id="{917A5D10-618F-48F3-BDB9-4DB139240047}" type="slidenum">
              <a:rPr lang="en-US" smtClean="0"/>
              <a:t>‹#›</a:t>
            </a:fld>
            <a:endParaRPr lang="en-US"/>
          </a:p>
        </p:txBody>
      </p:sp>
      <p:pic>
        <p:nvPicPr>
          <p:cNvPr id="10" name="Picture 9" descr="A logo of a globe with a pin on it&#10;&#10;AI-generated content may be incorrect.">
            <a:extLst>
              <a:ext uri="{FF2B5EF4-FFF2-40B4-BE49-F238E27FC236}">
                <a16:creationId xmlns:a16="http://schemas.microsoft.com/office/drawing/2014/main" id="{8F020320-3042-B6A8-AD8B-1C80CCBC74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9461" y="5949950"/>
            <a:ext cx="812800" cy="812800"/>
          </a:xfrm>
          <a:prstGeom prst="rect">
            <a:avLst/>
          </a:prstGeom>
        </p:spPr>
      </p:pic>
    </p:spTree>
    <p:extLst>
      <p:ext uri="{BB962C8B-B14F-4D97-AF65-F5344CB8AC3E}">
        <p14:creationId xmlns:p14="http://schemas.microsoft.com/office/powerpoint/2010/main" val="3988635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0B4F0-360B-4EB9-96E3-81C44E0DC963}"/>
              </a:ext>
            </a:extLst>
          </p:cNvPr>
          <p:cNvSpPr>
            <a:spLocks noGrp="1"/>
          </p:cNvSpPr>
          <p:nvPr>
            <p:ph type="title"/>
          </p:nvPr>
        </p:nvSpPr>
        <p:spPr>
          <a:xfrm>
            <a:off x="487709" y="78937"/>
            <a:ext cx="11189766" cy="888015"/>
          </a:xfrm>
        </p:spPr>
        <p:txBody>
          <a:bodyPr anchor="b" anchorCtr="0">
            <a:normAutofit/>
          </a:bodyPr>
          <a:lstStyle>
            <a:lvl1pPr>
              <a:defRPr sz="5400" b="1">
                <a:solidFill>
                  <a:srgbClr val="002060"/>
                </a:solidFill>
                <a:latin typeface="Segoe UI" panose="020B0502040204020203" pitchFamily="34" charset="0"/>
                <a:cs typeface="Segoe UI" panose="020B0502040204020203"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8E140711-1DC8-49A6-B5F5-4132DFE31B9B}"/>
              </a:ext>
            </a:extLst>
          </p:cNvPr>
          <p:cNvSpPr>
            <a:spLocks noGrp="1"/>
          </p:cNvSpPr>
          <p:nvPr>
            <p:ph idx="1"/>
          </p:nvPr>
        </p:nvSpPr>
        <p:spPr>
          <a:xfrm>
            <a:off x="848436" y="1685557"/>
            <a:ext cx="10515600" cy="456690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71645B8-FCD4-4220-8D4A-7939D7A68671}"/>
              </a:ext>
            </a:extLst>
          </p:cNvPr>
          <p:cNvSpPr>
            <a:spLocks noGrp="1"/>
          </p:cNvSpPr>
          <p:nvPr>
            <p:ph type="dt" sz="half" idx="10"/>
          </p:nvPr>
        </p:nvSpPr>
        <p:spPr/>
        <p:txBody>
          <a:bodyPr/>
          <a:lstStyle/>
          <a:p>
            <a:fld id="{DFED49D2-CC62-47A6-8FD4-1840AC422660}" type="datetimeFigureOut">
              <a:rPr lang="en-US" smtClean="0"/>
              <a:t>3/24/26</a:t>
            </a:fld>
            <a:endParaRPr lang="en-US"/>
          </a:p>
        </p:txBody>
      </p:sp>
      <p:sp>
        <p:nvSpPr>
          <p:cNvPr id="5" name="Footer Placeholder 4">
            <a:extLst>
              <a:ext uri="{FF2B5EF4-FFF2-40B4-BE49-F238E27FC236}">
                <a16:creationId xmlns:a16="http://schemas.microsoft.com/office/drawing/2014/main" id="{469100D7-3212-49A0-A793-E3173C0B5D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3A8383-8F48-4AB8-8F64-6C8A9645963E}"/>
              </a:ext>
            </a:extLst>
          </p:cNvPr>
          <p:cNvSpPr>
            <a:spLocks noGrp="1"/>
          </p:cNvSpPr>
          <p:nvPr>
            <p:ph type="sldNum" sz="quarter" idx="12"/>
          </p:nvPr>
        </p:nvSpPr>
        <p:spPr/>
        <p:txBody>
          <a:bodyPr/>
          <a:lstStyle/>
          <a:p>
            <a:fld id="{917A5D10-618F-48F3-BDB9-4DB139240047}" type="slidenum">
              <a:rPr lang="en-US" smtClean="0"/>
              <a:t>‹#›</a:t>
            </a:fld>
            <a:endParaRPr lang="en-US"/>
          </a:p>
        </p:txBody>
      </p:sp>
      <p:sp>
        <p:nvSpPr>
          <p:cNvPr id="19" name="Text Placeholder 18">
            <a:extLst>
              <a:ext uri="{FF2B5EF4-FFF2-40B4-BE49-F238E27FC236}">
                <a16:creationId xmlns:a16="http://schemas.microsoft.com/office/drawing/2014/main" id="{738FEA66-B7E9-6710-D9E6-19E07A3DB91A}"/>
              </a:ext>
            </a:extLst>
          </p:cNvPr>
          <p:cNvSpPr>
            <a:spLocks noGrp="1"/>
          </p:cNvSpPr>
          <p:nvPr>
            <p:ph type="body" sz="quarter" idx="13" hasCustomPrompt="1"/>
          </p:nvPr>
        </p:nvSpPr>
        <p:spPr>
          <a:xfrm>
            <a:off x="491705" y="903894"/>
            <a:ext cx="11189766" cy="614362"/>
          </a:xfrm>
        </p:spPr>
        <p:txBody>
          <a:bodyPr>
            <a:normAutofit/>
          </a:bodyPr>
          <a:lstStyle>
            <a:lvl1pPr marL="0" indent="0">
              <a:buNone/>
              <a:defRPr sz="3200" b="1">
                <a:solidFill>
                  <a:srgbClr val="7030A0"/>
                </a:solidFill>
              </a:defRPr>
            </a:lvl1pPr>
          </a:lstStyle>
          <a:p>
            <a:pPr lvl="0"/>
            <a:r>
              <a:rPr lang="en-US" dirty="0"/>
              <a:t>Click to add sub-title</a:t>
            </a:r>
          </a:p>
        </p:txBody>
      </p:sp>
      <p:pic>
        <p:nvPicPr>
          <p:cNvPr id="7" name="Picture 6" descr="A logo of a globe with a pin on it&#10;&#10;AI-generated content may be incorrect.">
            <a:extLst>
              <a:ext uri="{FF2B5EF4-FFF2-40B4-BE49-F238E27FC236}">
                <a16:creationId xmlns:a16="http://schemas.microsoft.com/office/drawing/2014/main" id="{62E8F96A-D8DF-0A85-D7C3-A67A3A4832B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9461" y="5949950"/>
            <a:ext cx="812800" cy="812800"/>
          </a:xfrm>
          <a:prstGeom prst="rect">
            <a:avLst/>
          </a:prstGeom>
        </p:spPr>
      </p:pic>
    </p:spTree>
    <p:extLst>
      <p:ext uri="{BB962C8B-B14F-4D97-AF65-F5344CB8AC3E}">
        <p14:creationId xmlns:p14="http://schemas.microsoft.com/office/powerpoint/2010/main" val="1794283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0AD11-B0DD-4350-A7FF-FA0E289A3E17}"/>
              </a:ext>
            </a:extLst>
          </p:cNvPr>
          <p:cNvSpPr>
            <a:spLocks noGrp="1"/>
          </p:cNvSpPr>
          <p:nvPr>
            <p:ph type="title"/>
          </p:nvPr>
        </p:nvSpPr>
        <p:spPr>
          <a:xfrm>
            <a:off x="831850" y="1317852"/>
            <a:ext cx="10515600" cy="2132919"/>
          </a:xfrm>
        </p:spPr>
        <p:txBody>
          <a:bodyPr anchor="b" anchorCtr="1">
            <a:normAutofit/>
          </a:bodyPr>
          <a:lstStyle>
            <a:lvl1pPr>
              <a:defRPr sz="6600">
                <a:solidFill>
                  <a:schemeClr val="bg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ED11ABD6-1D73-47E2-B772-7F3193689634}"/>
              </a:ext>
            </a:extLst>
          </p:cNvPr>
          <p:cNvSpPr>
            <a:spLocks noGrp="1"/>
          </p:cNvSpPr>
          <p:nvPr>
            <p:ph type="body" idx="1" hasCustomPrompt="1"/>
          </p:nvPr>
        </p:nvSpPr>
        <p:spPr>
          <a:xfrm>
            <a:off x="831850" y="3450771"/>
            <a:ext cx="10515600" cy="1500187"/>
          </a:xfrm>
        </p:spPr>
        <p:txBody>
          <a:bodyPr anchor="t" anchorCtr="1">
            <a:normAutofit/>
          </a:bodyPr>
          <a:lstStyle>
            <a:lvl1pPr marL="0" indent="0">
              <a:buNone/>
              <a:defRPr sz="4400">
                <a:solidFill>
                  <a:srgbClr val="9966F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add sub-title</a:t>
            </a:r>
          </a:p>
        </p:txBody>
      </p:sp>
      <p:sp>
        <p:nvSpPr>
          <p:cNvPr id="4" name="Date Placeholder 3">
            <a:extLst>
              <a:ext uri="{FF2B5EF4-FFF2-40B4-BE49-F238E27FC236}">
                <a16:creationId xmlns:a16="http://schemas.microsoft.com/office/drawing/2014/main" id="{D600C594-A3F7-4D23-83DE-AE64DDA2F151}"/>
              </a:ext>
            </a:extLst>
          </p:cNvPr>
          <p:cNvSpPr>
            <a:spLocks noGrp="1"/>
          </p:cNvSpPr>
          <p:nvPr>
            <p:ph type="dt" sz="half" idx="10"/>
          </p:nvPr>
        </p:nvSpPr>
        <p:spPr/>
        <p:txBody>
          <a:bodyPr/>
          <a:lstStyle/>
          <a:p>
            <a:fld id="{DFED49D2-CC62-47A6-8FD4-1840AC422660}" type="datetimeFigureOut">
              <a:rPr lang="en-US" smtClean="0"/>
              <a:t>3/24/26</a:t>
            </a:fld>
            <a:endParaRPr lang="en-US"/>
          </a:p>
        </p:txBody>
      </p:sp>
      <p:sp>
        <p:nvSpPr>
          <p:cNvPr id="5" name="Footer Placeholder 4">
            <a:extLst>
              <a:ext uri="{FF2B5EF4-FFF2-40B4-BE49-F238E27FC236}">
                <a16:creationId xmlns:a16="http://schemas.microsoft.com/office/drawing/2014/main" id="{E4FFA030-C3D4-4735-9CB8-B0CF2F46D9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AF6CA0-B0BA-4664-AFF4-BA477CEE57C0}"/>
              </a:ext>
            </a:extLst>
          </p:cNvPr>
          <p:cNvSpPr>
            <a:spLocks noGrp="1"/>
          </p:cNvSpPr>
          <p:nvPr>
            <p:ph type="sldNum" sz="quarter" idx="12"/>
          </p:nvPr>
        </p:nvSpPr>
        <p:spPr/>
        <p:txBody>
          <a:bodyPr/>
          <a:lstStyle/>
          <a:p>
            <a:fld id="{917A5D10-618F-48F3-BDB9-4DB139240047}" type="slidenum">
              <a:rPr lang="en-US" smtClean="0"/>
              <a:t>‹#›</a:t>
            </a:fld>
            <a:endParaRPr lang="en-US"/>
          </a:p>
        </p:txBody>
      </p:sp>
      <p:pic>
        <p:nvPicPr>
          <p:cNvPr id="8" name="Picture 7" descr="Text&#10;&#10;Description automatically generated with medium confidence">
            <a:extLst>
              <a:ext uri="{FF2B5EF4-FFF2-40B4-BE49-F238E27FC236}">
                <a16:creationId xmlns:a16="http://schemas.microsoft.com/office/drawing/2014/main" id="{A35AF375-9C2D-49F8-461B-264347C90D8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366549" y="-360558"/>
            <a:ext cx="4173794" cy="1964246"/>
          </a:xfrm>
          <a:prstGeom prst="rect">
            <a:avLst/>
          </a:prstGeom>
        </p:spPr>
      </p:pic>
      <p:pic>
        <p:nvPicPr>
          <p:cNvPr id="10" name="Picture 9" descr="A globe with a pin on it&#10;&#10;AI-generated content may be incorrect.">
            <a:extLst>
              <a:ext uri="{FF2B5EF4-FFF2-40B4-BE49-F238E27FC236}">
                <a16:creationId xmlns:a16="http://schemas.microsoft.com/office/drawing/2014/main" id="{15A126B6-70F3-FAF9-6DA2-F8A9E3484CC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25440" y="136525"/>
            <a:ext cx="1181327" cy="1181327"/>
          </a:xfrm>
          <a:prstGeom prst="rect">
            <a:avLst/>
          </a:prstGeom>
        </p:spPr>
      </p:pic>
    </p:spTree>
    <p:extLst>
      <p:ext uri="{BB962C8B-B14F-4D97-AF65-F5344CB8AC3E}">
        <p14:creationId xmlns:p14="http://schemas.microsoft.com/office/powerpoint/2010/main" val="117437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855AA-2584-49CC-8731-18F9529E5E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154E24-6900-4B12-AE9F-BAF7C04FD3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32333AF-3834-44E0-857A-88952F4CBA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E2DE49D-90CB-429A-94C5-9F6646338F8A}"/>
              </a:ext>
            </a:extLst>
          </p:cNvPr>
          <p:cNvSpPr>
            <a:spLocks noGrp="1"/>
          </p:cNvSpPr>
          <p:nvPr>
            <p:ph type="dt" sz="half" idx="10"/>
          </p:nvPr>
        </p:nvSpPr>
        <p:spPr/>
        <p:txBody>
          <a:bodyPr/>
          <a:lstStyle/>
          <a:p>
            <a:fld id="{DFED49D2-CC62-47A6-8FD4-1840AC422660}" type="datetimeFigureOut">
              <a:rPr lang="en-US" smtClean="0"/>
              <a:t>3/24/26</a:t>
            </a:fld>
            <a:endParaRPr lang="en-US"/>
          </a:p>
        </p:txBody>
      </p:sp>
      <p:sp>
        <p:nvSpPr>
          <p:cNvPr id="6" name="Footer Placeholder 5">
            <a:extLst>
              <a:ext uri="{FF2B5EF4-FFF2-40B4-BE49-F238E27FC236}">
                <a16:creationId xmlns:a16="http://schemas.microsoft.com/office/drawing/2014/main" id="{37B09976-3079-4A2A-A63D-4D6F72660A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E80AF1-1FF7-4244-B217-04948F8B3B78}"/>
              </a:ext>
            </a:extLst>
          </p:cNvPr>
          <p:cNvSpPr>
            <a:spLocks noGrp="1"/>
          </p:cNvSpPr>
          <p:nvPr>
            <p:ph type="sldNum" sz="quarter" idx="12"/>
          </p:nvPr>
        </p:nvSpPr>
        <p:spPr/>
        <p:txBody>
          <a:bodyPr/>
          <a:lstStyle/>
          <a:p>
            <a:fld id="{917A5D10-618F-48F3-BDB9-4DB139240047}" type="slidenum">
              <a:rPr lang="en-US" smtClean="0"/>
              <a:t>‹#›</a:t>
            </a:fld>
            <a:endParaRPr lang="en-US"/>
          </a:p>
        </p:txBody>
      </p:sp>
    </p:spTree>
    <p:extLst>
      <p:ext uri="{BB962C8B-B14F-4D97-AF65-F5344CB8AC3E}">
        <p14:creationId xmlns:p14="http://schemas.microsoft.com/office/powerpoint/2010/main" val="2461567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99FB0-7BBC-4674-A33E-F57AE3BB705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D89B338-ACE3-408C-A4D9-900630EF66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65FC5E-1D5A-465E-A3E7-F515139485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1753D6A-8E22-4D11-9680-4ED41E1A64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EE57FD-567A-4F00-951B-D2FE21DDA1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1F4F9FB-FEA8-4992-91A7-86B119B0D366}"/>
              </a:ext>
            </a:extLst>
          </p:cNvPr>
          <p:cNvSpPr>
            <a:spLocks noGrp="1"/>
          </p:cNvSpPr>
          <p:nvPr>
            <p:ph type="dt" sz="half" idx="10"/>
          </p:nvPr>
        </p:nvSpPr>
        <p:spPr/>
        <p:txBody>
          <a:bodyPr/>
          <a:lstStyle/>
          <a:p>
            <a:fld id="{DFED49D2-CC62-47A6-8FD4-1840AC422660}" type="datetimeFigureOut">
              <a:rPr lang="en-US" smtClean="0"/>
              <a:t>3/24/26</a:t>
            </a:fld>
            <a:endParaRPr lang="en-US"/>
          </a:p>
        </p:txBody>
      </p:sp>
      <p:sp>
        <p:nvSpPr>
          <p:cNvPr id="8" name="Footer Placeholder 7">
            <a:extLst>
              <a:ext uri="{FF2B5EF4-FFF2-40B4-BE49-F238E27FC236}">
                <a16:creationId xmlns:a16="http://schemas.microsoft.com/office/drawing/2014/main" id="{7410DDA7-003B-4F23-BFA6-C632A218CBB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8E93B5-9355-4780-AA12-0AC93BA4ED9A}"/>
              </a:ext>
            </a:extLst>
          </p:cNvPr>
          <p:cNvSpPr>
            <a:spLocks noGrp="1"/>
          </p:cNvSpPr>
          <p:nvPr>
            <p:ph type="sldNum" sz="quarter" idx="12"/>
          </p:nvPr>
        </p:nvSpPr>
        <p:spPr/>
        <p:txBody>
          <a:bodyPr/>
          <a:lstStyle/>
          <a:p>
            <a:fld id="{917A5D10-618F-48F3-BDB9-4DB139240047}" type="slidenum">
              <a:rPr lang="en-US" smtClean="0"/>
              <a:t>‹#›</a:t>
            </a:fld>
            <a:endParaRPr lang="en-US"/>
          </a:p>
        </p:txBody>
      </p:sp>
    </p:spTree>
    <p:extLst>
      <p:ext uri="{BB962C8B-B14F-4D97-AF65-F5344CB8AC3E}">
        <p14:creationId xmlns:p14="http://schemas.microsoft.com/office/powerpoint/2010/main" val="1844717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471DD-897F-4595-8ABF-7ADA9F19D255}"/>
              </a:ext>
            </a:extLst>
          </p:cNvPr>
          <p:cNvSpPr>
            <a:spLocks noGrp="1"/>
          </p:cNvSpPr>
          <p:nvPr>
            <p:ph type="title"/>
          </p:nvPr>
        </p:nvSpPr>
        <p:spPr>
          <a:xfrm>
            <a:off x="838200" y="4398"/>
            <a:ext cx="10515600"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46033FE4-1752-44EE-BD77-3D399C83532B}"/>
              </a:ext>
            </a:extLst>
          </p:cNvPr>
          <p:cNvSpPr>
            <a:spLocks noGrp="1"/>
          </p:cNvSpPr>
          <p:nvPr>
            <p:ph type="dt" sz="half" idx="10"/>
          </p:nvPr>
        </p:nvSpPr>
        <p:spPr/>
        <p:txBody>
          <a:bodyPr/>
          <a:lstStyle/>
          <a:p>
            <a:fld id="{DFED49D2-CC62-47A6-8FD4-1840AC422660}" type="datetimeFigureOut">
              <a:rPr lang="en-US" smtClean="0"/>
              <a:t>3/24/26</a:t>
            </a:fld>
            <a:endParaRPr lang="en-US"/>
          </a:p>
        </p:txBody>
      </p:sp>
      <p:sp>
        <p:nvSpPr>
          <p:cNvPr id="4" name="Footer Placeholder 3">
            <a:extLst>
              <a:ext uri="{FF2B5EF4-FFF2-40B4-BE49-F238E27FC236}">
                <a16:creationId xmlns:a16="http://schemas.microsoft.com/office/drawing/2014/main" id="{ED7D8003-9A3F-4009-8153-703D2E383C7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359797-25D3-4937-B847-BF0F973F9074}"/>
              </a:ext>
            </a:extLst>
          </p:cNvPr>
          <p:cNvSpPr>
            <a:spLocks noGrp="1"/>
          </p:cNvSpPr>
          <p:nvPr>
            <p:ph type="sldNum" sz="quarter" idx="12"/>
          </p:nvPr>
        </p:nvSpPr>
        <p:spPr/>
        <p:txBody>
          <a:bodyPr/>
          <a:lstStyle/>
          <a:p>
            <a:fld id="{917A5D10-618F-48F3-BDB9-4DB139240047}" type="slidenum">
              <a:rPr lang="en-US" smtClean="0"/>
              <a:t>‹#›</a:t>
            </a:fld>
            <a:endParaRPr lang="en-US"/>
          </a:p>
        </p:txBody>
      </p:sp>
    </p:spTree>
    <p:extLst>
      <p:ext uri="{BB962C8B-B14F-4D97-AF65-F5344CB8AC3E}">
        <p14:creationId xmlns:p14="http://schemas.microsoft.com/office/powerpoint/2010/main" val="559780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280CA4-6690-47B9-A8ED-82E6271D4C8F}"/>
              </a:ext>
            </a:extLst>
          </p:cNvPr>
          <p:cNvSpPr>
            <a:spLocks noGrp="1"/>
          </p:cNvSpPr>
          <p:nvPr>
            <p:ph type="dt" sz="half" idx="10"/>
          </p:nvPr>
        </p:nvSpPr>
        <p:spPr/>
        <p:txBody>
          <a:bodyPr/>
          <a:lstStyle/>
          <a:p>
            <a:fld id="{DFED49D2-CC62-47A6-8FD4-1840AC422660}" type="datetimeFigureOut">
              <a:rPr lang="en-US" smtClean="0"/>
              <a:t>3/24/26</a:t>
            </a:fld>
            <a:endParaRPr lang="en-US"/>
          </a:p>
        </p:txBody>
      </p:sp>
      <p:sp>
        <p:nvSpPr>
          <p:cNvPr id="3" name="Footer Placeholder 2">
            <a:extLst>
              <a:ext uri="{FF2B5EF4-FFF2-40B4-BE49-F238E27FC236}">
                <a16:creationId xmlns:a16="http://schemas.microsoft.com/office/drawing/2014/main" id="{0FA8E329-C054-48E6-A44C-045F929EFA2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52ED5C-A023-4B9E-B8E6-05823651777E}"/>
              </a:ext>
            </a:extLst>
          </p:cNvPr>
          <p:cNvSpPr>
            <a:spLocks noGrp="1"/>
          </p:cNvSpPr>
          <p:nvPr>
            <p:ph type="sldNum" sz="quarter" idx="12"/>
          </p:nvPr>
        </p:nvSpPr>
        <p:spPr/>
        <p:txBody>
          <a:bodyPr/>
          <a:lstStyle/>
          <a:p>
            <a:fld id="{917A5D10-618F-48F3-BDB9-4DB139240047}" type="slidenum">
              <a:rPr lang="en-US" smtClean="0"/>
              <a:t>‹#›</a:t>
            </a:fld>
            <a:endParaRPr lang="en-US"/>
          </a:p>
        </p:txBody>
      </p:sp>
    </p:spTree>
    <p:extLst>
      <p:ext uri="{BB962C8B-B14F-4D97-AF65-F5344CB8AC3E}">
        <p14:creationId xmlns:p14="http://schemas.microsoft.com/office/powerpoint/2010/main" val="3916826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F072E-F6C4-4F7D-9CD3-E86C519B7B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98BD64D-591E-4180-AD8B-65A8D3AE82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BEFD514-6A2B-4F07-8972-4243C2F2B6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D1CF6E-CCB7-421B-BA84-B00A89141511}"/>
              </a:ext>
            </a:extLst>
          </p:cNvPr>
          <p:cNvSpPr>
            <a:spLocks noGrp="1"/>
          </p:cNvSpPr>
          <p:nvPr>
            <p:ph type="dt" sz="half" idx="10"/>
          </p:nvPr>
        </p:nvSpPr>
        <p:spPr/>
        <p:txBody>
          <a:bodyPr/>
          <a:lstStyle/>
          <a:p>
            <a:fld id="{DFED49D2-CC62-47A6-8FD4-1840AC422660}" type="datetimeFigureOut">
              <a:rPr lang="en-US" smtClean="0"/>
              <a:t>3/24/26</a:t>
            </a:fld>
            <a:endParaRPr lang="en-US"/>
          </a:p>
        </p:txBody>
      </p:sp>
      <p:sp>
        <p:nvSpPr>
          <p:cNvPr id="6" name="Footer Placeholder 5">
            <a:extLst>
              <a:ext uri="{FF2B5EF4-FFF2-40B4-BE49-F238E27FC236}">
                <a16:creationId xmlns:a16="http://schemas.microsoft.com/office/drawing/2014/main" id="{BADCAF3D-9685-414C-831D-30D707719C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FBF557-0159-4A97-9E87-D8D0F862477B}"/>
              </a:ext>
            </a:extLst>
          </p:cNvPr>
          <p:cNvSpPr>
            <a:spLocks noGrp="1"/>
          </p:cNvSpPr>
          <p:nvPr>
            <p:ph type="sldNum" sz="quarter" idx="12"/>
          </p:nvPr>
        </p:nvSpPr>
        <p:spPr/>
        <p:txBody>
          <a:bodyPr/>
          <a:lstStyle/>
          <a:p>
            <a:fld id="{917A5D10-618F-48F3-BDB9-4DB139240047}" type="slidenum">
              <a:rPr lang="en-US" smtClean="0"/>
              <a:t>‹#›</a:t>
            </a:fld>
            <a:endParaRPr lang="en-US"/>
          </a:p>
        </p:txBody>
      </p:sp>
    </p:spTree>
    <p:extLst>
      <p:ext uri="{BB962C8B-B14F-4D97-AF65-F5344CB8AC3E}">
        <p14:creationId xmlns:p14="http://schemas.microsoft.com/office/powerpoint/2010/main" val="37844632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7F801-6C81-4D6B-B7B2-97230A4900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CBAB416-3074-4995-B313-66AF64E94B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CFFE19C-018D-48CD-8969-9380173193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F2BF68-344B-4350-B9BF-39BAF19D3575}"/>
              </a:ext>
            </a:extLst>
          </p:cNvPr>
          <p:cNvSpPr>
            <a:spLocks noGrp="1"/>
          </p:cNvSpPr>
          <p:nvPr>
            <p:ph type="dt" sz="half" idx="10"/>
          </p:nvPr>
        </p:nvSpPr>
        <p:spPr/>
        <p:txBody>
          <a:bodyPr/>
          <a:lstStyle/>
          <a:p>
            <a:fld id="{DFED49D2-CC62-47A6-8FD4-1840AC422660}" type="datetimeFigureOut">
              <a:rPr lang="en-US" smtClean="0"/>
              <a:t>3/24/26</a:t>
            </a:fld>
            <a:endParaRPr lang="en-US"/>
          </a:p>
        </p:txBody>
      </p:sp>
      <p:sp>
        <p:nvSpPr>
          <p:cNvPr id="6" name="Footer Placeholder 5">
            <a:extLst>
              <a:ext uri="{FF2B5EF4-FFF2-40B4-BE49-F238E27FC236}">
                <a16:creationId xmlns:a16="http://schemas.microsoft.com/office/drawing/2014/main" id="{A0F3E74C-D45A-4301-9476-E1F94A3463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2C367C-8F2C-49C7-A3EC-CD1CD388F765}"/>
              </a:ext>
            </a:extLst>
          </p:cNvPr>
          <p:cNvSpPr>
            <a:spLocks noGrp="1"/>
          </p:cNvSpPr>
          <p:nvPr>
            <p:ph type="sldNum" sz="quarter" idx="12"/>
          </p:nvPr>
        </p:nvSpPr>
        <p:spPr/>
        <p:txBody>
          <a:bodyPr/>
          <a:lstStyle/>
          <a:p>
            <a:fld id="{917A5D10-618F-48F3-BDB9-4DB139240047}" type="slidenum">
              <a:rPr lang="en-US" smtClean="0"/>
              <a:t>‹#›</a:t>
            </a:fld>
            <a:endParaRPr lang="en-US"/>
          </a:p>
        </p:txBody>
      </p:sp>
    </p:spTree>
    <p:extLst>
      <p:ext uri="{BB962C8B-B14F-4D97-AF65-F5344CB8AC3E}">
        <p14:creationId xmlns:p14="http://schemas.microsoft.com/office/powerpoint/2010/main" val="774652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CC6AB-916B-4872-ADB7-2EE38C03FCA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BBC95F2-65D3-4728-A9BF-4B1226F6DC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6BB28D-3717-4CDB-824A-2D4D631E669F}"/>
              </a:ext>
            </a:extLst>
          </p:cNvPr>
          <p:cNvSpPr>
            <a:spLocks noGrp="1"/>
          </p:cNvSpPr>
          <p:nvPr>
            <p:ph type="dt" sz="half" idx="10"/>
          </p:nvPr>
        </p:nvSpPr>
        <p:spPr/>
        <p:txBody>
          <a:bodyPr/>
          <a:lstStyle/>
          <a:p>
            <a:fld id="{DFED49D2-CC62-47A6-8FD4-1840AC422660}" type="datetimeFigureOut">
              <a:rPr lang="en-US" smtClean="0"/>
              <a:t>3/24/26</a:t>
            </a:fld>
            <a:endParaRPr lang="en-US"/>
          </a:p>
        </p:txBody>
      </p:sp>
      <p:sp>
        <p:nvSpPr>
          <p:cNvPr id="5" name="Footer Placeholder 4">
            <a:extLst>
              <a:ext uri="{FF2B5EF4-FFF2-40B4-BE49-F238E27FC236}">
                <a16:creationId xmlns:a16="http://schemas.microsoft.com/office/drawing/2014/main" id="{AB5584CE-DE7C-4C34-94E8-80A16A045E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E8DD1E-28CE-4E10-98D6-866418D64DF5}"/>
              </a:ext>
            </a:extLst>
          </p:cNvPr>
          <p:cNvSpPr>
            <a:spLocks noGrp="1"/>
          </p:cNvSpPr>
          <p:nvPr>
            <p:ph type="sldNum" sz="quarter" idx="12"/>
          </p:nvPr>
        </p:nvSpPr>
        <p:spPr/>
        <p:txBody>
          <a:bodyPr/>
          <a:lstStyle/>
          <a:p>
            <a:fld id="{917A5D10-618F-48F3-BDB9-4DB139240047}" type="slidenum">
              <a:rPr lang="en-US" smtClean="0"/>
              <a:t>‹#›</a:t>
            </a:fld>
            <a:endParaRPr lang="en-US"/>
          </a:p>
        </p:txBody>
      </p:sp>
    </p:spTree>
    <p:extLst>
      <p:ext uri="{BB962C8B-B14F-4D97-AF65-F5344CB8AC3E}">
        <p14:creationId xmlns:p14="http://schemas.microsoft.com/office/powerpoint/2010/main" val="1252775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CC8D2E-4302-4738-9896-99B8BAAA2B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4844906-2E6D-437C-9444-A2C863F26A9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7ABB1D-C8B2-4D25-B618-8154E203DB47}"/>
              </a:ext>
            </a:extLst>
          </p:cNvPr>
          <p:cNvSpPr>
            <a:spLocks noGrp="1"/>
          </p:cNvSpPr>
          <p:nvPr>
            <p:ph type="dt" sz="half" idx="10"/>
          </p:nvPr>
        </p:nvSpPr>
        <p:spPr/>
        <p:txBody>
          <a:bodyPr/>
          <a:lstStyle/>
          <a:p>
            <a:fld id="{DFED49D2-CC62-47A6-8FD4-1840AC422660}" type="datetimeFigureOut">
              <a:rPr lang="en-US" smtClean="0"/>
              <a:t>3/24/26</a:t>
            </a:fld>
            <a:endParaRPr lang="en-US"/>
          </a:p>
        </p:txBody>
      </p:sp>
      <p:sp>
        <p:nvSpPr>
          <p:cNvPr id="5" name="Footer Placeholder 4">
            <a:extLst>
              <a:ext uri="{FF2B5EF4-FFF2-40B4-BE49-F238E27FC236}">
                <a16:creationId xmlns:a16="http://schemas.microsoft.com/office/drawing/2014/main" id="{1C7B7F07-A62B-4DE6-BB1C-6682F2FC1E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9925B9-9321-461D-858A-E0425B4C6D80}"/>
              </a:ext>
            </a:extLst>
          </p:cNvPr>
          <p:cNvSpPr>
            <a:spLocks noGrp="1"/>
          </p:cNvSpPr>
          <p:nvPr>
            <p:ph type="sldNum" sz="quarter" idx="12"/>
          </p:nvPr>
        </p:nvSpPr>
        <p:spPr/>
        <p:txBody>
          <a:bodyPr/>
          <a:lstStyle/>
          <a:p>
            <a:fld id="{917A5D10-618F-48F3-BDB9-4DB139240047}" type="slidenum">
              <a:rPr lang="en-US" smtClean="0"/>
              <a:t>‹#›</a:t>
            </a:fld>
            <a:endParaRPr lang="en-US"/>
          </a:p>
        </p:txBody>
      </p:sp>
    </p:spTree>
    <p:extLst>
      <p:ext uri="{BB962C8B-B14F-4D97-AF65-F5344CB8AC3E}">
        <p14:creationId xmlns:p14="http://schemas.microsoft.com/office/powerpoint/2010/main" val="33340475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ction Title Accent Color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40" y="2084173"/>
            <a:ext cx="11653523" cy="1158793"/>
          </a:xfrm>
          <a:noFill/>
        </p:spPr>
        <p:txBody>
          <a:bodyPr tIns="91440" bIns="91440" anchor="t" anchorCtr="0">
            <a:spAutoFit/>
          </a:bodyPr>
          <a:lstStyle>
            <a:lvl1pPr>
              <a:defRPr sz="7056" spc="-98" baseline="0">
                <a:solidFill>
                  <a:srgbClr val="002060"/>
                </a:solidFill>
              </a:defRPr>
            </a:lvl1pPr>
          </a:lstStyle>
          <a:p>
            <a:r>
              <a:rPr lang="en-US" dirty="0"/>
              <a:t>Section title</a:t>
            </a:r>
          </a:p>
        </p:txBody>
      </p:sp>
    </p:spTree>
    <p:extLst>
      <p:ext uri="{BB962C8B-B14F-4D97-AF65-F5344CB8AC3E}">
        <p14:creationId xmlns:p14="http://schemas.microsoft.com/office/powerpoint/2010/main" val="2720504144"/>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1036306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0557769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85086B-D464-4697-8972-FD220008FC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68E012D-3850-4124-A0F1-3BB8DFEC1A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8160965-0CA1-4E29-BBFE-630FA6779D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ED49D2-CC62-47A6-8FD4-1840AC422660}" type="datetimeFigureOut">
              <a:rPr lang="en-US" smtClean="0"/>
              <a:t>3/24/26</a:t>
            </a:fld>
            <a:endParaRPr lang="en-US"/>
          </a:p>
        </p:txBody>
      </p:sp>
      <p:sp>
        <p:nvSpPr>
          <p:cNvPr id="5" name="Footer Placeholder 4">
            <a:extLst>
              <a:ext uri="{FF2B5EF4-FFF2-40B4-BE49-F238E27FC236}">
                <a16:creationId xmlns:a16="http://schemas.microsoft.com/office/drawing/2014/main" id="{406A5A0D-5A09-4B3C-B11F-973954574B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CAED91D-D5DC-400D-BFDF-CECA769DAE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7A5D10-618F-48F3-BDB9-4DB139240047}" type="slidenum">
              <a:rPr lang="en-US" smtClean="0"/>
              <a:t>‹#›</a:t>
            </a:fld>
            <a:endParaRPr lang="en-US"/>
          </a:p>
        </p:txBody>
      </p:sp>
      <p:pic>
        <p:nvPicPr>
          <p:cNvPr id="8" name="Picture 7" descr="Text&#10;&#10;Description automatically generated">
            <a:extLst>
              <a:ext uri="{FF2B5EF4-FFF2-40B4-BE49-F238E27FC236}">
                <a16:creationId xmlns:a16="http://schemas.microsoft.com/office/drawing/2014/main" id="{301A8B75-9CB5-C41B-C7DE-8AF28044702A}"/>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10935552" y="5741630"/>
            <a:ext cx="1293696" cy="1292499"/>
          </a:xfrm>
          <a:prstGeom prst="rect">
            <a:avLst/>
          </a:prstGeom>
        </p:spPr>
      </p:pic>
    </p:spTree>
    <p:extLst>
      <p:ext uri="{BB962C8B-B14F-4D97-AF65-F5344CB8AC3E}">
        <p14:creationId xmlns:p14="http://schemas.microsoft.com/office/powerpoint/2010/main" val="4029705734"/>
      </p:ext>
    </p:extLst>
  </p:cSld>
  <p:clrMap bg1="lt1" tx1="dk1" bg2="lt2" tx2="dk2" accent1="accent1" accent2="accent2" accent3="accent3" accent4="accent4" accent5="accent5" accent6="accent6" hlink="hlink" folHlink="folHlink"/>
  <p:sldLayoutIdLst>
    <p:sldLayoutId id="2147483987" r:id="rId1"/>
    <p:sldLayoutId id="2147483988" r:id="rId2"/>
    <p:sldLayoutId id="2147484020" r:id="rId3"/>
    <p:sldLayoutId id="2147483989" r:id="rId4"/>
    <p:sldLayoutId id="2147483990" r:id="rId5"/>
    <p:sldLayoutId id="2147483991" r:id="rId6"/>
    <p:sldLayoutId id="2147483992" r:id="rId7"/>
    <p:sldLayoutId id="2147483993" r:id="rId8"/>
    <p:sldLayoutId id="2147483994" r:id="rId9"/>
    <p:sldLayoutId id="2147483995" r:id="rId10"/>
    <p:sldLayoutId id="2147483996" r:id="rId11"/>
    <p:sldLayoutId id="2147483997" r:id="rId12"/>
    <p:sldLayoutId id="2147484017" r:id="rId13"/>
    <p:sldLayoutId id="2147484018" r:id="rId14"/>
    <p:sldLayoutId id="2147484019" r:id="rId15"/>
  </p:sldLayoutIdLst>
  <p:txStyles>
    <p:titleStyle>
      <a:lvl1pPr algn="l" defTabSz="914400" rtl="0" eaLnBrk="1" latinLnBrk="0" hangingPunct="1">
        <a:lnSpc>
          <a:spcPct val="90000"/>
        </a:lnSpc>
        <a:spcBef>
          <a:spcPct val="0"/>
        </a:spcBef>
        <a:buNone/>
        <a:defRPr sz="5400" b="1" kern="1200">
          <a:solidFill>
            <a:srgbClr val="002060"/>
          </a:solidFill>
          <a:latin typeface="Segoe UI" panose="020B0502040204020203" pitchFamily="34" charset="0"/>
          <a:ea typeface="Segoe UI Historic" panose="020B0502040204020203" pitchFamily="34" charset="0"/>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docs.microsoft.com/en-us/windows/wsl/install-win10"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hyperlink" Target="https://docs.microsoft.com/en-us/cli/azure/install-azure-cli"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hyperlink" Target="https://opentelemetry.io/"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hyperlink" Target="https://opentelemetry.io/docs/specs/semconv/gen-ai/"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hyperlink" Target="https://aka.ms/wth"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C25AE46B-0A38-5AA7-08C8-0BDA79C9F2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47278" y="4976455"/>
            <a:ext cx="7820722" cy="2346217"/>
          </a:xfrm>
          <a:prstGeom prst="rect">
            <a:avLst/>
          </a:prstGeom>
        </p:spPr>
      </p:pic>
      <p:sp>
        <p:nvSpPr>
          <p:cNvPr id="16" name="Title 15">
            <a:extLst>
              <a:ext uri="{FF2B5EF4-FFF2-40B4-BE49-F238E27FC236}">
                <a16:creationId xmlns:a16="http://schemas.microsoft.com/office/drawing/2014/main" id="{459B2C31-6A0A-070B-E3AB-177C694CFA34}"/>
              </a:ext>
            </a:extLst>
          </p:cNvPr>
          <p:cNvSpPr>
            <a:spLocks noGrp="1"/>
          </p:cNvSpPr>
          <p:nvPr>
            <p:ph type="ctrTitle"/>
          </p:nvPr>
        </p:nvSpPr>
        <p:spPr/>
        <p:txBody>
          <a:bodyPr/>
          <a:lstStyle/>
          <a:p>
            <a:r>
              <a:rPr lang="en-GB" dirty="0"/>
              <a:t>AI Agent Architecture &amp; Observability</a:t>
            </a:r>
            <a:endParaRPr lang="en-DE" dirty="0"/>
          </a:p>
        </p:txBody>
      </p:sp>
      <p:sp>
        <p:nvSpPr>
          <p:cNvPr id="17" name="Subtitle 16">
            <a:extLst>
              <a:ext uri="{FF2B5EF4-FFF2-40B4-BE49-F238E27FC236}">
                <a16:creationId xmlns:a16="http://schemas.microsoft.com/office/drawing/2014/main" id="{3EB3B2F7-11DA-1E47-2F66-D342A288A6A1}"/>
              </a:ext>
            </a:extLst>
          </p:cNvPr>
          <p:cNvSpPr>
            <a:spLocks noGrp="1"/>
          </p:cNvSpPr>
          <p:nvPr>
            <p:ph type="subTitle" idx="1"/>
          </p:nvPr>
        </p:nvSpPr>
        <p:spPr>
          <a:xfrm>
            <a:off x="962685" y="3918857"/>
            <a:ext cx="10266630" cy="1655762"/>
          </a:xfrm>
        </p:spPr>
        <p:txBody>
          <a:bodyPr/>
          <a:lstStyle/>
          <a:p>
            <a:r>
              <a:rPr lang="en-GB" dirty="0"/>
              <a:t>Microsoft Agent Framework, </a:t>
            </a:r>
            <a:r>
              <a:rPr lang="en-GB" dirty="0" err="1"/>
              <a:t>OpenTelemetry</a:t>
            </a:r>
            <a:r>
              <a:rPr lang="en-GB" dirty="0"/>
              <a:t>,</a:t>
            </a:r>
          </a:p>
          <a:p>
            <a:r>
              <a:rPr lang="en-GB" dirty="0"/>
              <a:t>New Relic, Quality Assurance and AI Security &amp; Trust</a:t>
            </a:r>
            <a:endParaRPr lang="en-DE" dirty="0"/>
          </a:p>
        </p:txBody>
      </p:sp>
    </p:spTree>
    <p:extLst>
      <p:ext uri="{BB962C8B-B14F-4D97-AF65-F5344CB8AC3E}">
        <p14:creationId xmlns:p14="http://schemas.microsoft.com/office/powerpoint/2010/main" val="1858828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4E6FB-BDB3-7CB4-0001-D27D66D27B8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BC4BC45-B478-9E27-D382-1F5C4C8077D4}"/>
              </a:ext>
            </a:extLst>
          </p:cNvPr>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The Hack</a:t>
            </a:r>
            <a:endParaRPr lang="en-US" sz="3200" b="1" dirty="0">
              <a:solidFill>
                <a:srgbClr val="7030A0"/>
              </a:solidFill>
              <a:latin typeface="Segoe UI" panose="020B0502040204020203" pitchFamily="34" charset="0"/>
              <a:cs typeface="Segoe UI" panose="020B0502040204020203" pitchFamily="34" charset="0"/>
            </a:endParaRPr>
          </a:p>
        </p:txBody>
      </p:sp>
      <p:sp>
        <p:nvSpPr>
          <p:cNvPr id="5" name="Content Placeholder 4">
            <a:extLst>
              <a:ext uri="{FF2B5EF4-FFF2-40B4-BE49-F238E27FC236}">
                <a16:creationId xmlns:a16="http://schemas.microsoft.com/office/drawing/2014/main" id="{CCD49AEB-D208-251C-1AF8-F3F082F06398}"/>
              </a:ext>
            </a:extLst>
          </p:cNvPr>
          <p:cNvSpPr>
            <a:spLocks noGrp="1"/>
          </p:cNvSpPr>
          <p:nvPr>
            <p:ph idx="1"/>
          </p:nvPr>
        </p:nvSpPr>
        <p:spPr/>
        <p:txBody>
          <a:bodyPr>
            <a:normAutofit fontScale="77500" lnSpcReduction="20000"/>
          </a:bodyPr>
          <a:lstStyle/>
          <a:p>
            <a:pPr marL="0" indent="0">
              <a:buNone/>
            </a:pPr>
            <a:r>
              <a:rPr lang="en-GB" dirty="0"/>
              <a:t>In this hack, you'll build AI agents using the </a:t>
            </a:r>
            <a:r>
              <a:rPr lang="en-GB" b="1" dirty="0"/>
              <a:t>Microsoft Agent Framework</a:t>
            </a:r>
            <a:r>
              <a:rPr lang="en-GB" dirty="0"/>
              <a:t> and instrument them with </a:t>
            </a:r>
            <a:r>
              <a:rPr lang="en-GB" b="1" dirty="0" err="1"/>
              <a:t>OpenTelemetry</a:t>
            </a:r>
            <a:r>
              <a:rPr lang="en-GB" dirty="0"/>
              <a:t> for full-stack observability - powered by </a:t>
            </a:r>
            <a:r>
              <a:rPr lang="en-GB" b="1" dirty="0"/>
              <a:t>New Relic</a:t>
            </a:r>
            <a:r>
              <a:rPr lang="en-GB" dirty="0"/>
              <a:t>. From tracing agent decisions to monitoring performance and quality, you'll learn how to make your AI systems production-ready with real-time insights.</a:t>
            </a:r>
          </a:p>
          <a:p>
            <a:pPr marL="0" indent="0">
              <a:buNone/>
            </a:pPr>
            <a:endParaRPr lang="en-DE" dirty="0"/>
          </a:p>
          <a:p>
            <a:pPr marL="0" indent="0">
              <a:buNone/>
            </a:pPr>
            <a:r>
              <a:rPr lang="en-DE" b="1" dirty="0">
                <a:solidFill>
                  <a:schemeClr val="accent4"/>
                </a:solidFill>
              </a:rPr>
              <a:t>Theme:</a:t>
            </a:r>
          </a:p>
          <a:p>
            <a:pPr marL="0" indent="0">
              <a:buNone/>
            </a:pPr>
            <a:r>
              <a:rPr lang="en-GB" dirty="0"/>
              <a:t>You've just founded </a:t>
            </a:r>
            <a:r>
              <a:rPr lang="en-DE" dirty="0"/>
              <a:t>🚀 </a:t>
            </a:r>
            <a:r>
              <a:rPr lang="en-GB" b="1" dirty="0" err="1"/>
              <a:t>WanderAI</a:t>
            </a:r>
            <a:r>
              <a:rPr lang="en-GB" dirty="0"/>
              <a:t>, an exciting new travel planning startup! </a:t>
            </a:r>
            <a:r>
              <a:rPr lang="en-DE" dirty="0"/>
              <a:t>🌍✈️</a:t>
            </a:r>
            <a:br>
              <a:rPr lang="en-GB" dirty="0"/>
            </a:br>
            <a:endParaRPr lang="en-GB" dirty="0"/>
          </a:p>
          <a:p>
            <a:pPr marL="0" indent="0">
              <a:buNone/>
            </a:pPr>
            <a:r>
              <a:rPr lang="en-GB" dirty="0"/>
              <a:t>Your mission: Build an </a:t>
            </a:r>
            <a:r>
              <a:rPr lang="en-GB" b="1" dirty="0"/>
              <a:t>AI-powered travel planning assistant</a:t>
            </a:r>
            <a:r>
              <a:rPr lang="en-GB" dirty="0"/>
              <a:t> that helps your customers discover amazing destinations and create personalized itineraries. But here's the catch—your investors want to see that your AI agents are </a:t>
            </a:r>
            <a:r>
              <a:rPr lang="en-GB" b="1" dirty="0"/>
              <a:t>reliable, observable, and trustworthy</a:t>
            </a:r>
            <a:r>
              <a:rPr lang="en-GB" dirty="0"/>
              <a:t>.</a:t>
            </a:r>
            <a:br>
              <a:rPr lang="en-GB" dirty="0"/>
            </a:br>
            <a:endParaRPr lang="en-GB" dirty="0"/>
          </a:p>
          <a:p>
            <a:pPr marL="0" indent="0">
              <a:buNone/>
            </a:pPr>
            <a:r>
              <a:rPr lang="en-GB" dirty="0"/>
              <a:t>This hack is your journey from "cool prototype" to "production-ready AI service."</a:t>
            </a:r>
          </a:p>
          <a:p>
            <a:pPr marL="0" indent="0">
              <a:buNone/>
            </a:pPr>
            <a:endParaRPr lang="en-DE" dirty="0"/>
          </a:p>
        </p:txBody>
      </p:sp>
    </p:spTree>
    <p:extLst>
      <p:ext uri="{BB962C8B-B14F-4D97-AF65-F5344CB8AC3E}">
        <p14:creationId xmlns:p14="http://schemas.microsoft.com/office/powerpoint/2010/main" val="368749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C349C-DE06-7D2D-F94C-7EF9C5B1695B}"/>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A0E6F9FA-4B2D-BBCF-92BF-7B20C7DD74B9}"/>
              </a:ext>
            </a:extLst>
          </p:cNvPr>
          <p:cNvSpPr>
            <a:spLocks noGrp="1"/>
          </p:cNvSpPr>
          <p:nvPr>
            <p:ph sz="half" idx="1"/>
          </p:nvPr>
        </p:nvSpPr>
        <p:spPr>
          <a:xfrm>
            <a:off x="485861" y="1355128"/>
            <a:ext cx="5533939" cy="4821835"/>
          </a:xfrm>
        </p:spPr>
        <p:txBody>
          <a:bodyPr>
            <a:noAutofit/>
          </a:bodyPr>
          <a:lstStyle/>
          <a:p>
            <a:pPr>
              <a:buFont typeface="+mj-lt"/>
              <a:buAutoNum type="arabicPeriod"/>
            </a:pPr>
            <a:r>
              <a:rPr lang="en-DE" sz="1600" dirty="0"/>
              <a:t>🌱 </a:t>
            </a:r>
            <a:r>
              <a:rPr lang="en-GB" sz="1600" dirty="0"/>
              <a:t>Learn the Foundation: "What makes an AI agent tick?"</a:t>
            </a:r>
          </a:p>
          <a:p>
            <a:pPr lvl="1">
              <a:buFont typeface="+mj-lt"/>
              <a:buAutoNum type="alphaLcPeriod"/>
            </a:pPr>
            <a:r>
              <a:rPr lang="en-GB" sz="1000" dirty="0"/>
              <a:t>Understand Microsoft Agent Framework concepts</a:t>
            </a:r>
          </a:p>
          <a:p>
            <a:pPr lvl="1">
              <a:buFont typeface="+mj-lt"/>
              <a:buAutoNum type="alphaLcPeriod"/>
            </a:pPr>
            <a:r>
              <a:rPr lang="en-GB" sz="1000" dirty="0"/>
              <a:t>Learn about tools, agents, and multi-agent orchestration</a:t>
            </a:r>
            <a:br>
              <a:rPr lang="en-GB" sz="1000" dirty="0"/>
            </a:br>
            <a:endParaRPr lang="en-GB" sz="1000" dirty="0"/>
          </a:p>
          <a:p>
            <a:pPr>
              <a:buFont typeface="+mj-lt"/>
              <a:buAutoNum type="arabicPeriod"/>
            </a:pPr>
            <a:r>
              <a:rPr lang="en-DE" sz="1600" dirty="0"/>
              <a:t>🏗️ </a:t>
            </a:r>
            <a:r>
              <a:rPr lang="en-GB" sz="1600" dirty="0"/>
              <a:t>Build Your MVP: "Ship the first version of </a:t>
            </a:r>
            <a:r>
              <a:rPr lang="en-GB" sz="1600" dirty="0" err="1"/>
              <a:t>WanderAI</a:t>
            </a:r>
            <a:r>
              <a:rPr lang="en-GB" sz="1600" dirty="0"/>
              <a:t>!"</a:t>
            </a:r>
          </a:p>
          <a:p>
            <a:pPr lvl="1">
              <a:buFont typeface="+mj-lt"/>
              <a:buAutoNum type="alphaLcPeriod"/>
            </a:pPr>
            <a:r>
              <a:rPr lang="en-GB" sz="1000" dirty="0"/>
              <a:t>Create a Flask web app for travel planning</a:t>
            </a:r>
          </a:p>
          <a:p>
            <a:pPr lvl="1">
              <a:buFont typeface="+mj-lt"/>
              <a:buAutoNum type="alphaLcPeriod"/>
            </a:pPr>
            <a:r>
              <a:rPr lang="en-GB" sz="1000" dirty="0"/>
              <a:t>Build your first AI agent with tool calling</a:t>
            </a:r>
          </a:p>
          <a:p>
            <a:pPr lvl="1">
              <a:buFont typeface="+mj-lt"/>
              <a:buAutoNum type="alphaLcPeriod"/>
            </a:pPr>
            <a:r>
              <a:rPr lang="en-GB" sz="1000" dirty="0"/>
              <a:t>Get customer requests flowing through the system</a:t>
            </a:r>
            <a:br>
              <a:rPr lang="en-GB" sz="1000" dirty="0"/>
            </a:br>
            <a:endParaRPr lang="en-GB" sz="1000" dirty="0"/>
          </a:p>
          <a:p>
            <a:pPr>
              <a:buFont typeface="+mj-lt"/>
              <a:buAutoNum type="arabicPeriod"/>
            </a:pPr>
            <a:r>
              <a:rPr lang="en-DE" sz="1600" dirty="0"/>
              <a:t>📊 </a:t>
            </a:r>
            <a:r>
              <a:rPr lang="en-GB" sz="1600" dirty="0"/>
              <a:t>Add Observability: "Can you see what's happening?"</a:t>
            </a:r>
          </a:p>
          <a:p>
            <a:pPr lvl="1">
              <a:buFont typeface="+mj-lt"/>
              <a:buAutoNum type="alphaLcPeriod"/>
            </a:pPr>
            <a:r>
              <a:rPr lang="en-GB" sz="1000" dirty="0"/>
              <a:t>Initialize built-in </a:t>
            </a:r>
            <a:r>
              <a:rPr lang="en-GB" sz="1000" dirty="0" err="1"/>
              <a:t>OpenTelemetry</a:t>
            </a:r>
            <a:endParaRPr lang="en-GB" sz="1000" dirty="0"/>
          </a:p>
          <a:p>
            <a:pPr lvl="1">
              <a:buFont typeface="+mj-lt"/>
              <a:buAutoNum type="alphaLcPeriod"/>
            </a:pPr>
            <a:r>
              <a:rPr lang="en-GB" sz="1000" dirty="0"/>
              <a:t>Verify traces and metrics in the console</a:t>
            </a:r>
          </a:p>
          <a:p>
            <a:pPr lvl="1">
              <a:buFont typeface="+mj-lt"/>
              <a:buAutoNum type="alphaLcPeriod"/>
            </a:pPr>
            <a:r>
              <a:rPr lang="en-GB" sz="1000" dirty="0"/>
              <a:t>Send the same built-in telemetry to New Relic</a:t>
            </a:r>
            <a:br>
              <a:rPr lang="en-GB" sz="1000" dirty="0"/>
            </a:br>
            <a:endParaRPr lang="en-GB" sz="1000" dirty="0"/>
          </a:p>
          <a:p>
            <a:pPr>
              <a:buFont typeface="+mj-lt"/>
              <a:buAutoNum type="arabicPeriod"/>
            </a:pPr>
            <a:r>
              <a:rPr lang="en-DE" sz="1600" dirty="0"/>
              <a:t>🧩 </a:t>
            </a:r>
            <a:r>
              <a:rPr lang="en-GB" sz="1600" dirty="0"/>
              <a:t>Custom Telemetry: "Add your own signals."</a:t>
            </a:r>
          </a:p>
          <a:p>
            <a:pPr lvl="1">
              <a:buFont typeface="+mj-lt"/>
              <a:buAutoNum type="alphaLcPeriod"/>
            </a:pPr>
            <a:r>
              <a:rPr lang="en-GB" sz="1000" dirty="0"/>
              <a:t>Add custom spans for tools and routes</a:t>
            </a:r>
          </a:p>
          <a:p>
            <a:pPr lvl="1">
              <a:buFont typeface="+mj-lt"/>
              <a:buAutoNum type="alphaLcPeriod"/>
            </a:pPr>
            <a:r>
              <a:rPr lang="en-GB" sz="1000" dirty="0"/>
              <a:t>Record custom metrics for business logic</a:t>
            </a:r>
          </a:p>
          <a:p>
            <a:pPr lvl="1">
              <a:buFont typeface="+mj-lt"/>
              <a:buAutoNum type="alphaLcPeriod"/>
            </a:pPr>
            <a:r>
              <a:rPr lang="en-GB" sz="1000" dirty="0"/>
              <a:t>Correlate logs with trace context in New Relic</a:t>
            </a:r>
          </a:p>
        </p:txBody>
      </p:sp>
      <p:sp>
        <p:nvSpPr>
          <p:cNvPr id="2" name="Content Placeholder 1">
            <a:extLst>
              <a:ext uri="{FF2B5EF4-FFF2-40B4-BE49-F238E27FC236}">
                <a16:creationId xmlns:a16="http://schemas.microsoft.com/office/drawing/2014/main" id="{00E2F700-E8DF-3E00-D8DA-C5EAD4BC495D}"/>
              </a:ext>
            </a:extLst>
          </p:cNvPr>
          <p:cNvSpPr>
            <a:spLocks noGrp="1"/>
          </p:cNvSpPr>
          <p:nvPr>
            <p:ph sz="half" idx="2"/>
          </p:nvPr>
        </p:nvSpPr>
        <p:spPr>
          <a:xfrm>
            <a:off x="6096001" y="1355128"/>
            <a:ext cx="5913120" cy="4821835"/>
          </a:xfrm>
        </p:spPr>
        <p:txBody>
          <a:bodyPr>
            <a:noAutofit/>
          </a:bodyPr>
          <a:lstStyle/>
          <a:p>
            <a:pPr>
              <a:buFont typeface="+mj-lt"/>
              <a:buAutoNum type="arabicPeriod" startAt="5"/>
            </a:pPr>
            <a:r>
              <a:rPr lang="en-DE" sz="1600" dirty="0"/>
              <a:t>🎯 </a:t>
            </a:r>
            <a:r>
              <a:rPr lang="en-GB" sz="1600" dirty="0"/>
              <a:t>Optimize for Production: "Make it fast, reliable, and insightful."</a:t>
            </a:r>
          </a:p>
          <a:p>
            <a:pPr lvl="1">
              <a:buFont typeface="+mj-lt"/>
              <a:buAutoNum type="alphaLcPeriod"/>
            </a:pPr>
            <a:r>
              <a:rPr lang="en-GB" sz="1000" dirty="0"/>
              <a:t>Implement monitoring best practices</a:t>
            </a:r>
          </a:p>
          <a:p>
            <a:pPr lvl="1">
              <a:buFont typeface="+mj-lt"/>
              <a:buAutoNum type="alphaLcPeriod"/>
            </a:pPr>
            <a:r>
              <a:rPr lang="en-GB" sz="1000" dirty="0"/>
              <a:t>Build custom dashboards for your agents</a:t>
            </a:r>
          </a:p>
          <a:p>
            <a:pPr lvl="1">
              <a:buFont typeface="+mj-lt"/>
              <a:buAutoNum type="alphaLcPeriod"/>
            </a:pPr>
            <a:r>
              <a:rPr lang="en-GB" sz="1000" dirty="0"/>
              <a:t>Detect and alert on problems</a:t>
            </a:r>
          </a:p>
          <a:p>
            <a:pPr lvl="1">
              <a:buFont typeface="+mj-lt"/>
              <a:buAutoNum type="alphaLcPeriod"/>
            </a:pPr>
            <a:r>
              <a:rPr lang="en-GB" sz="1000" dirty="0" err="1"/>
              <a:t>Analyze</a:t>
            </a:r>
            <a:r>
              <a:rPr lang="en-GB" sz="1000" dirty="0"/>
              <a:t> AI response quality</a:t>
            </a:r>
          </a:p>
          <a:p>
            <a:pPr>
              <a:buFont typeface="+mj-lt"/>
              <a:buAutoNum type="arabicPeriod" startAt="5"/>
            </a:pPr>
            <a:r>
              <a:rPr lang="en-DE" sz="1600" dirty="0"/>
              <a:t>🧪 </a:t>
            </a:r>
            <a:r>
              <a:rPr lang="en-GB" sz="1600" dirty="0"/>
              <a:t>Quality Assurance for AI: "Prove your agents are trustworthy."</a:t>
            </a:r>
          </a:p>
          <a:p>
            <a:pPr lvl="1">
              <a:buFont typeface="+mj-lt"/>
              <a:buAutoNum type="alphaLcPeriod"/>
            </a:pPr>
            <a:r>
              <a:rPr lang="en-GB" sz="1000" dirty="0"/>
              <a:t>Build evaluation tests for your agents</a:t>
            </a:r>
          </a:p>
          <a:p>
            <a:pPr lvl="1">
              <a:buFont typeface="+mj-lt"/>
              <a:buAutoNum type="alphaLcPeriod"/>
            </a:pPr>
            <a:r>
              <a:rPr lang="en-GB" sz="1000" dirty="0"/>
              <a:t>Create a CI/CD quality gate</a:t>
            </a:r>
          </a:p>
          <a:p>
            <a:pPr lvl="1">
              <a:buFont typeface="+mj-lt"/>
              <a:buAutoNum type="alphaLcPeriod"/>
            </a:pPr>
            <a:r>
              <a:rPr lang="en-GB" sz="1000" dirty="0"/>
              <a:t>Ensure bad outputs never reach customers</a:t>
            </a:r>
          </a:p>
          <a:p>
            <a:pPr lvl="1">
              <a:buFont typeface="+mj-lt"/>
              <a:buAutoNum type="alphaLcPeriod"/>
            </a:pPr>
            <a:r>
              <a:rPr lang="en-GB" sz="1000" dirty="0"/>
              <a:t>Measure and improve AI quality over time</a:t>
            </a:r>
          </a:p>
          <a:p>
            <a:pPr>
              <a:buFont typeface="+mj-lt"/>
              <a:buAutoNum type="arabicPeriod" startAt="5"/>
            </a:pPr>
            <a:r>
              <a:rPr lang="en-DE" sz="1600" dirty="0"/>
              <a:t>🛡️ </a:t>
            </a:r>
            <a:r>
              <a:rPr lang="en-GB" sz="1600" dirty="0"/>
              <a:t>Platform Security Baseline: "Configure guardrails first."</a:t>
            </a:r>
          </a:p>
          <a:p>
            <a:pPr lvl="1">
              <a:buFont typeface="+mj-lt"/>
              <a:buAutoNum type="alphaLcPeriod"/>
            </a:pPr>
            <a:r>
              <a:rPr lang="en-GB" sz="1000" dirty="0"/>
              <a:t>Configure Microsoft Foundry Guardrails</a:t>
            </a:r>
          </a:p>
          <a:p>
            <a:pPr lvl="1">
              <a:buFont typeface="+mj-lt"/>
              <a:buAutoNum type="alphaLcPeriod"/>
            </a:pPr>
            <a:r>
              <a:rPr lang="en-GB" sz="1000" dirty="0"/>
              <a:t>Validate intervention points and risk actions</a:t>
            </a:r>
          </a:p>
          <a:p>
            <a:pPr lvl="1">
              <a:buFont typeface="+mj-lt"/>
              <a:buAutoNum type="alphaLcPeriod"/>
            </a:pPr>
            <a:r>
              <a:rPr lang="en-GB" sz="1000" dirty="0"/>
              <a:t>Monitor platform-level security outcomes</a:t>
            </a:r>
          </a:p>
          <a:p>
            <a:pPr>
              <a:buFont typeface="+mj-lt"/>
              <a:buAutoNum type="arabicPeriod" startAt="5"/>
            </a:pPr>
            <a:r>
              <a:rPr lang="en-DE" sz="1600" dirty="0"/>
              <a:t>🔐 </a:t>
            </a:r>
            <a:r>
              <a:rPr lang="en-GB" sz="1600" dirty="0"/>
              <a:t>Application Security Controls: "Defend in your code."</a:t>
            </a:r>
          </a:p>
          <a:p>
            <a:pPr lvl="1">
              <a:buFont typeface="+mj-lt"/>
              <a:buAutoNum type="alphaLcPeriod"/>
            </a:pPr>
            <a:r>
              <a:rPr lang="en-GB" sz="1000" dirty="0"/>
              <a:t>- Add app-level prompt injection detection</a:t>
            </a:r>
          </a:p>
          <a:p>
            <a:pPr lvl="1">
              <a:buFont typeface="+mj-lt"/>
              <a:buAutoNum type="alphaLcPeriod"/>
            </a:pPr>
            <a:r>
              <a:rPr lang="en-GB" sz="1000" dirty="0"/>
              <a:t>- Enforce blocking in request flow</a:t>
            </a:r>
          </a:p>
          <a:p>
            <a:pPr lvl="1">
              <a:buFont typeface="+mj-lt"/>
              <a:buAutoNum type="alphaLcPeriod"/>
            </a:pPr>
            <a:r>
              <a:rPr lang="en-GB" sz="1000" dirty="0"/>
              <a:t>- Instrument and validate custom security controls</a:t>
            </a:r>
          </a:p>
        </p:txBody>
      </p:sp>
      <p:sp>
        <p:nvSpPr>
          <p:cNvPr id="7" name="Title 2">
            <a:extLst>
              <a:ext uri="{FF2B5EF4-FFF2-40B4-BE49-F238E27FC236}">
                <a16:creationId xmlns:a16="http://schemas.microsoft.com/office/drawing/2014/main" id="{5E54E149-4706-4BCF-BF26-FDC10FC83545}"/>
              </a:ext>
            </a:extLst>
          </p:cNvPr>
          <p:cNvSpPr>
            <a:spLocks noGrp="1"/>
          </p:cNvSpPr>
          <p:nvPr>
            <p:ph type="title"/>
          </p:nvPr>
        </p:nvSpPr>
        <p:spPr>
          <a:xfrm>
            <a:off x="485861" y="29565"/>
            <a:ext cx="11258725" cy="1325563"/>
          </a:xfrm>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The Hack</a:t>
            </a:r>
            <a:endParaRPr lang="en-US" sz="3200" b="1" dirty="0">
              <a:solidFill>
                <a:srgbClr val="7030A0"/>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0976879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F35BC-6236-E82C-196F-71F86086C2C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248023F-76AB-6AEF-43CA-F3FCCBD6EAFE}"/>
              </a:ext>
            </a:extLst>
          </p:cNvPr>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The End Goal</a:t>
            </a:r>
            <a:endParaRPr lang="en-US" sz="3200" b="1" dirty="0">
              <a:solidFill>
                <a:srgbClr val="7030A0"/>
              </a:solidFill>
              <a:latin typeface="Segoe UI" panose="020B0502040204020203" pitchFamily="34" charset="0"/>
              <a:cs typeface="Segoe UI" panose="020B0502040204020203" pitchFamily="34" charset="0"/>
            </a:endParaRPr>
          </a:p>
        </p:txBody>
      </p:sp>
      <p:pic>
        <p:nvPicPr>
          <p:cNvPr id="10" name="Picture 9">
            <a:extLst>
              <a:ext uri="{FF2B5EF4-FFF2-40B4-BE49-F238E27FC236}">
                <a16:creationId xmlns:a16="http://schemas.microsoft.com/office/drawing/2014/main" id="{2F31D9E7-B31B-5590-8CD5-C5A59F132A05}"/>
              </a:ext>
            </a:extLst>
          </p:cNvPr>
          <p:cNvPicPr>
            <a:picLocks noChangeAspect="1"/>
          </p:cNvPicPr>
          <p:nvPr/>
        </p:nvPicPr>
        <p:blipFill>
          <a:blip r:embed="rId3"/>
          <a:stretch>
            <a:fillRect/>
          </a:stretch>
        </p:blipFill>
        <p:spPr>
          <a:xfrm>
            <a:off x="967533" y="888015"/>
            <a:ext cx="5115059" cy="5891048"/>
          </a:xfrm>
          <a:prstGeom prst="rect">
            <a:avLst/>
          </a:prstGeom>
        </p:spPr>
      </p:pic>
      <p:pic>
        <p:nvPicPr>
          <p:cNvPr id="11" name="Picture 10">
            <a:extLst>
              <a:ext uri="{FF2B5EF4-FFF2-40B4-BE49-F238E27FC236}">
                <a16:creationId xmlns:a16="http://schemas.microsoft.com/office/drawing/2014/main" id="{C8F542AF-573A-6B9B-07AA-6EEDEAC400C3}"/>
              </a:ext>
            </a:extLst>
          </p:cNvPr>
          <p:cNvPicPr>
            <a:picLocks noChangeAspect="1"/>
          </p:cNvPicPr>
          <p:nvPr/>
        </p:nvPicPr>
        <p:blipFill>
          <a:blip r:embed="rId4"/>
          <a:stretch>
            <a:fillRect/>
          </a:stretch>
        </p:blipFill>
        <p:spPr>
          <a:xfrm>
            <a:off x="4674219" y="1968498"/>
            <a:ext cx="7311886" cy="3730081"/>
          </a:xfrm>
          <a:prstGeom prst="rect">
            <a:avLst/>
          </a:prstGeom>
        </p:spPr>
      </p:pic>
      <p:sp>
        <p:nvSpPr>
          <p:cNvPr id="2" name="TextBox 1">
            <a:extLst>
              <a:ext uri="{FF2B5EF4-FFF2-40B4-BE49-F238E27FC236}">
                <a16:creationId xmlns:a16="http://schemas.microsoft.com/office/drawing/2014/main" id="{A85F816F-3330-11DD-6852-3715861E87E1}"/>
              </a:ext>
            </a:extLst>
          </p:cNvPr>
          <p:cNvSpPr txBox="1"/>
          <p:nvPr/>
        </p:nvSpPr>
        <p:spPr>
          <a:xfrm>
            <a:off x="6082591" y="888014"/>
            <a:ext cx="4193091" cy="830997"/>
          </a:xfrm>
          <a:prstGeom prst="rect">
            <a:avLst/>
          </a:prstGeom>
          <a:solidFill>
            <a:srgbClr val="7030A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00"/>
                </a:solidFill>
                <a:effectLst/>
                <a:uLnTx/>
                <a:uFillTx/>
                <a:latin typeface="Segoe UI" panose="020B0502040204020203" pitchFamily="34" charset="0"/>
                <a:cs typeface="Segoe UI" panose="020B0502040204020203" pitchFamily="34" charset="0"/>
              </a:rPr>
              <a:t>Running, fully functional </a:t>
            </a:r>
            <a:r>
              <a:rPr lang="en-US" sz="2400" dirty="0">
                <a:solidFill>
                  <a:srgbClr val="FFFF00"/>
                </a:solidFill>
                <a:latin typeface="Segoe UI" panose="020B0502040204020203" pitchFamily="34" charset="0"/>
                <a:cs typeface="Segoe UI" panose="020B0502040204020203" pitchFamily="34" charset="0"/>
              </a:rPr>
              <a:t>t</a:t>
            </a:r>
            <a:r>
              <a:rPr kumimoji="0" lang="en-US" sz="2400" b="0" i="0" u="none" strike="noStrike" kern="1200" cap="none" spc="0" normalizeH="0" baseline="0" noProof="0" dirty="0">
                <a:ln>
                  <a:noFill/>
                </a:ln>
                <a:solidFill>
                  <a:srgbClr val="FFFF00"/>
                </a:solidFill>
                <a:effectLst/>
                <a:uLnTx/>
                <a:uFillTx/>
                <a:latin typeface="Segoe UI" panose="020B0502040204020203" pitchFamily="34" charset="0"/>
                <a:cs typeface="Segoe UI" panose="020B0502040204020203" pitchFamily="34" charset="0"/>
              </a:rPr>
              <a:t>ravel planner app</a:t>
            </a:r>
          </a:p>
        </p:txBody>
      </p:sp>
      <p:sp>
        <p:nvSpPr>
          <p:cNvPr id="4" name="TextBox 3">
            <a:extLst>
              <a:ext uri="{FF2B5EF4-FFF2-40B4-BE49-F238E27FC236}">
                <a16:creationId xmlns:a16="http://schemas.microsoft.com/office/drawing/2014/main" id="{413797A0-DAC8-32C0-A136-1DACB039E687}"/>
              </a:ext>
            </a:extLst>
          </p:cNvPr>
          <p:cNvSpPr txBox="1"/>
          <p:nvPr/>
        </p:nvSpPr>
        <p:spPr>
          <a:xfrm>
            <a:off x="6562416" y="5698579"/>
            <a:ext cx="4193091" cy="830997"/>
          </a:xfrm>
          <a:prstGeom prst="rect">
            <a:avLst/>
          </a:prstGeom>
          <a:solidFill>
            <a:srgbClr val="7030A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00"/>
                </a:solidFill>
                <a:effectLst/>
                <a:uLnTx/>
                <a:uFillTx/>
                <a:latin typeface="Segoe UI" panose="020B0502040204020203" pitchFamily="34" charset="0"/>
                <a:cs typeface="Segoe UI" panose="020B0502040204020203" pitchFamily="34" charset="0"/>
              </a:rPr>
              <a:t>Observable, safe and secure environment</a:t>
            </a:r>
          </a:p>
        </p:txBody>
      </p:sp>
    </p:spTree>
    <p:extLst>
      <p:ext uri="{BB962C8B-B14F-4D97-AF65-F5344CB8AC3E}">
        <p14:creationId xmlns:p14="http://schemas.microsoft.com/office/powerpoint/2010/main" val="2696050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sign in the dark&#10;&#10;Description automatically generated">
            <a:extLst>
              <a:ext uri="{FF2B5EF4-FFF2-40B4-BE49-F238E27FC236}">
                <a16:creationId xmlns:a16="http://schemas.microsoft.com/office/drawing/2014/main" id="{BE6589E2-4BBA-2F44-91F9-E56FD50BED98}"/>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2492037" y="259976"/>
            <a:ext cx="7123481" cy="1748118"/>
          </a:xfrm>
          <a:prstGeom prst="rect">
            <a:avLst/>
          </a:prstGeom>
        </p:spPr>
      </p:pic>
      <p:sp>
        <p:nvSpPr>
          <p:cNvPr id="3" name="Content Placeholder 2">
            <a:extLst>
              <a:ext uri="{FF2B5EF4-FFF2-40B4-BE49-F238E27FC236}">
                <a16:creationId xmlns:a16="http://schemas.microsoft.com/office/drawing/2014/main" id="{65EF49C9-ADEF-4199-87BD-25B691F4E4AF}"/>
              </a:ext>
            </a:extLst>
          </p:cNvPr>
          <p:cNvSpPr>
            <a:spLocks noGrp="1"/>
          </p:cNvSpPr>
          <p:nvPr>
            <p:ph idx="1"/>
          </p:nvPr>
        </p:nvSpPr>
        <p:spPr>
          <a:xfrm>
            <a:off x="845671" y="2107614"/>
            <a:ext cx="10515600" cy="612478"/>
          </a:xfrm>
        </p:spPr>
        <p:txBody>
          <a:bodyPr>
            <a:normAutofit fontScale="25000" lnSpcReduction="20000"/>
          </a:bodyPr>
          <a:lstStyle/>
          <a:p>
            <a:pPr marL="0" indent="0" algn="ctr">
              <a:buNone/>
            </a:pPr>
            <a:r>
              <a:rPr lang="en-US" sz="12800" dirty="0">
                <a:solidFill>
                  <a:srgbClr val="7030A0"/>
                </a:solidFill>
                <a:latin typeface="Segoe UI Light" panose="020B0502040204020203" pitchFamily="34" charset="0"/>
                <a:cs typeface="Segoe UI Light" panose="020B0502040204020203" pitchFamily="34" charset="0"/>
              </a:rPr>
              <a:t>🚀 </a:t>
            </a:r>
            <a:r>
              <a:rPr lang="en-US" sz="12800" dirty="0" err="1">
                <a:solidFill>
                  <a:srgbClr val="7030A0"/>
                </a:solidFill>
                <a:latin typeface="Segoe UI Light" panose="020B0502040204020203" pitchFamily="34" charset="0"/>
                <a:cs typeface="Segoe UI Light" panose="020B0502040204020203" pitchFamily="34" charset="0"/>
              </a:rPr>
              <a:t>WanderAI</a:t>
            </a:r>
            <a:r>
              <a:rPr lang="en-US" sz="12800" dirty="0">
                <a:solidFill>
                  <a:srgbClr val="7030A0"/>
                </a:solidFill>
                <a:latin typeface="Segoe UI Light" panose="020B0502040204020203" pitchFamily="34" charset="0"/>
                <a:cs typeface="Segoe UI Light" panose="020B0502040204020203" pitchFamily="34" charset="0"/>
              </a:rPr>
              <a:t> - Your Travel Planning Startup</a:t>
            </a:r>
          </a:p>
          <a:p>
            <a:pPr marL="0" indent="0" algn="ctr">
              <a:buNone/>
            </a:pPr>
            <a:r>
              <a:rPr lang="en-US" sz="14400" dirty="0">
                <a:solidFill>
                  <a:srgbClr val="7030A0"/>
                </a:solidFill>
                <a:latin typeface="Segoe UI" panose="020B0502040204020203" pitchFamily="34" charset="0"/>
                <a:cs typeface="Segoe UI" panose="020B0502040204020203" pitchFamily="34" charset="0"/>
              </a:rPr>
              <a:t>Welcome &amp; Intros</a:t>
            </a:r>
            <a:endParaRPr lang="en-US" sz="14400" i="1" dirty="0">
              <a:solidFill>
                <a:srgbClr val="7030A0"/>
              </a:solidFill>
              <a:latin typeface="Segoe UI" panose="020B0502040204020203" pitchFamily="34" charset="0"/>
              <a:cs typeface="Segoe UI" panose="020B0502040204020203" pitchFamily="34" charset="0"/>
            </a:endParaRPr>
          </a:p>
          <a:p>
            <a:pPr marL="0" indent="0" algn="ctr">
              <a:buNone/>
            </a:pPr>
            <a:endParaRPr lang="en-US" dirty="0">
              <a:latin typeface="Segoe UI Light" panose="020B0502040204020203" pitchFamily="34" charset="0"/>
              <a:cs typeface="Segoe UI Light" panose="020B0502040204020203" pitchFamily="34" charset="0"/>
            </a:endParaRPr>
          </a:p>
        </p:txBody>
      </p:sp>
      <p:sp>
        <p:nvSpPr>
          <p:cNvPr id="7" name="TextBox 6">
            <a:extLst>
              <a:ext uri="{FF2B5EF4-FFF2-40B4-BE49-F238E27FC236}">
                <a16:creationId xmlns:a16="http://schemas.microsoft.com/office/drawing/2014/main" id="{A2E725C8-3DB9-ED40-B2EB-EC82B1330DC9}"/>
              </a:ext>
            </a:extLst>
          </p:cNvPr>
          <p:cNvSpPr txBox="1"/>
          <p:nvPr/>
        </p:nvSpPr>
        <p:spPr>
          <a:xfrm>
            <a:off x="-1005840" y="901337"/>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75CC7858-BF12-7E43-99A3-CE60C78A568D}"/>
              </a:ext>
            </a:extLst>
          </p:cNvPr>
          <p:cNvSpPr txBox="1"/>
          <p:nvPr/>
        </p:nvSpPr>
        <p:spPr>
          <a:xfrm>
            <a:off x="547209" y="3429000"/>
            <a:ext cx="400594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Harry Kimpel</a:t>
            </a:r>
          </a:p>
        </p:txBody>
      </p:sp>
      <p:sp>
        <p:nvSpPr>
          <p:cNvPr id="14" name="TextBox 13">
            <a:extLst>
              <a:ext uri="{FF2B5EF4-FFF2-40B4-BE49-F238E27FC236}">
                <a16:creationId xmlns:a16="http://schemas.microsoft.com/office/drawing/2014/main" id="{9A346C37-9DD6-7148-8A83-59A2EC49278C}"/>
              </a:ext>
            </a:extLst>
          </p:cNvPr>
          <p:cNvSpPr txBox="1"/>
          <p:nvPr/>
        </p:nvSpPr>
        <p:spPr>
          <a:xfrm>
            <a:off x="830729" y="3952220"/>
            <a:ext cx="3403109" cy="461665"/>
          </a:xfrm>
          <a:prstGeom prst="rect">
            <a:avLst/>
          </a:prstGeom>
          <a:solidFill>
            <a:srgbClr val="7030A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00"/>
                </a:solidFill>
                <a:effectLst/>
                <a:uLnTx/>
                <a:uFillTx/>
                <a:latin typeface="Segoe UI" panose="020B0502040204020203" pitchFamily="34" charset="0"/>
                <a:cs typeface="Segoe UI" panose="020B0502040204020203" pitchFamily="34" charset="0"/>
              </a:rPr>
              <a:t>DevRel @ New Relic</a:t>
            </a:r>
          </a:p>
        </p:txBody>
      </p:sp>
      <p:sp>
        <p:nvSpPr>
          <p:cNvPr id="20" name="TextBox 19">
            <a:extLst>
              <a:ext uri="{FF2B5EF4-FFF2-40B4-BE49-F238E27FC236}">
                <a16:creationId xmlns:a16="http://schemas.microsoft.com/office/drawing/2014/main" id="{16CA4306-9347-174B-A6A5-26AF52954EFB}"/>
              </a:ext>
            </a:extLst>
          </p:cNvPr>
          <p:cNvSpPr txBox="1"/>
          <p:nvPr/>
        </p:nvSpPr>
        <p:spPr>
          <a:xfrm>
            <a:off x="7505794" y="3454753"/>
            <a:ext cx="400594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Peter Laudati</a:t>
            </a:r>
          </a:p>
        </p:txBody>
      </p:sp>
      <p:sp>
        <p:nvSpPr>
          <p:cNvPr id="21" name="TextBox 20">
            <a:extLst>
              <a:ext uri="{FF2B5EF4-FFF2-40B4-BE49-F238E27FC236}">
                <a16:creationId xmlns:a16="http://schemas.microsoft.com/office/drawing/2014/main" id="{EC2CAFFE-AE6B-B149-A1A8-8A9EFE3397E6}"/>
              </a:ext>
            </a:extLst>
          </p:cNvPr>
          <p:cNvSpPr txBox="1"/>
          <p:nvPr/>
        </p:nvSpPr>
        <p:spPr>
          <a:xfrm>
            <a:off x="7854136" y="3977973"/>
            <a:ext cx="3507135" cy="461665"/>
          </a:xfrm>
          <a:prstGeom prst="rect">
            <a:avLst/>
          </a:prstGeom>
          <a:solidFill>
            <a:srgbClr val="7030A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00"/>
                </a:solidFill>
                <a:effectLst/>
                <a:uLnTx/>
                <a:uFillTx/>
                <a:latin typeface="Segoe UI" panose="020B0502040204020203" pitchFamily="34" charset="0"/>
                <a:cs typeface="Segoe UI" panose="020B0502040204020203" pitchFamily="34" charset="0"/>
              </a:rPr>
              <a:t>Cloud SA @ MSFT</a:t>
            </a:r>
          </a:p>
        </p:txBody>
      </p:sp>
      <p:sp>
        <p:nvSpPr>
          <p:cNvPr id="6" name="TextBox 5">
            <a:extLst>
              <a:ext uri="{FF2B5EF4-FFF2-40B4-BE49-F238E27FC236}">
                <a16:creationId xmlns:a16="http://schemas.microsoft.com/office/drawing/2014/main" id="{F3B475E8-B6CA-4270-974D-DF8D3952ED6B}"/>
              </a:ext>
            </a:extLst>
          </p:cNvPr>
          <p:cNvSpPr txBox="1"/>
          <p:nvPr/>
        </p:nvSpPr>
        <p:spPr>
          <a:xfrm>
            <a:off x="547209" y="4585655"/>
            <a:ext cx="400594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Spence Taylor</a:t>
            </a:r>
          </a:p>
        </p:txBody>
      </p:sp>
      <p:sp>
        <p:nvSpPr>
          <p:cNvPr id="8" name="TextBox 7">
            <a:extLst>
              <a:ext uri="{FF2B5EF4-FFF2-40B4-BE49-F238E27FC236}">
                <a16:creationId xmlns:a16="http://schemas.microsoft.com/office/drawing/2014/main" id="{6D90EB69-E688-44E1-B201-02F25C93E7B5}"/>
              </a:ext>
            </a:extLst>
          </p:cNvPr>
          <p:cNvSpPr txBox="1"/>
          <p:nvPr/>
        </p:nvSpPr>
        <p:spPr>
          <a:xfrm>
            <a:off x="830729" y="5108875"/>
            <a:ext cx="3403109" cy="461665"/>
          </a:xfrm>
          <a:prstGeom prst="rect">
            <a:avLst/>
          </a:prstGeom>
          <a:solidFill>
            <a:srgbClr val="7030A0"/>
          </a:solidFill>
        </p:spPr>
        <p:txBody>
          <a:bodyPr wrap="square" rtlCol="0">
            <a:spAutoFit/>
          </a:bodyPr>
          <a:lstStyle/>
          <a:p>
            <a:pPr lvl="0" algn="ctr">
              <a:defRPr/>
            </a:pPr>
            <a:r>
              <a:rPr lang="en-US" sz="2400" dirty="0">
                <a:solidFill>
                  <a:srgbClr val="FFFF00"/>
                </a:solidFill>
                <a:latin typeface="Segoe UI" panose="020B0502040204020203" pitchFamily="34" charset="0"/>
                <a:cs typeface="Segoe UI" panose="020B0502040204020203" pitchFamily="34" charset="0"/>
              </a:rPr>
              <a:t>DevRel @ New Relic</a:t>
            </a:r>
          </a:p>
        </p:txBody>
      </p:sp>
      <p:sp>
        <p:nvSpPr>
          <p:cNvPr id="2" name="TextBox 1">
            <a:extLst>
              <a:ext uri="{FF2B5EF4-FFF2-40B4-BE49-F238E27FC236}">
                <a16:creationId xmlns:a16="http://schemas.microsoft.com/office/drawing/2014/main" id="{B5A92C3D-FD94-4F13-B142-E7743BE77A67}"/>
              </a:ext>
            </a:extLst>
          </p:cNvPr>
          <p:cNvSpPr txBox="1"/>
          <p:nvPr/>
        </p:nvSpPr>
        <p:spPr>
          <a:xfrm>
            <a:off x="7505794" y="4585655"/>
            <a:ext cx="400594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Andy Huang</a:t>
            </a:r>
          </a:p>
        </p:txBody>
      </p:sp>
      <p:sp>
        <p:nvSpPr>
          <p:cNvPr id="4" name="TextBox 3">
            <a:extLst>
              <a:ext uri="{FF2B5EF4-FFF2-40B4-BE49-F238E27FC236}">
                <a16:creationId xmlns:a16="http://schemas.microsoft.com/office/drawing/2014/main" id="{5D18A1DD-2BF8-4974-92EB-55948F02856B}"/>
              </a:ext>
            </a:extLst>
          </p:cNvPr>
          <p:cNvSpPr txBox="1"/>
          <p:nvPr/>
        </p:nvSpPr>
        <p:spPr>
          <a:xfrm>
            <a:off x="7854136" y="5108875"/>
            <a:ext cx="3507135" cy="461665"/>
          </a:xfrm>
          <a:prstGeom prst="rect">
            <a:avLst/>
          </a:prstGeom>
          <a:solidFill>
            <a:srgbClr val="7030A0"/>
          </a:solidFill>
        </p:spPr>
        <p:txBody>
          <a:bodyPr wrap="square" rtlCol="0">
            <a:spAutoFit/>
          </a:bodyPr>
          <a:lstStyle/>
          <a:p>
            <a:pPr lvl="0" algn="ctr">
              <a:defRPr/>
            </a:pPr>
            <a:r>
              <a:rPr lang="en-US" sz="2400" dirty="0">
                <a:solidFill>
                  <a:srgbClr val="FFFF00"/>
                </a:solidFill>
                <a:latin typeface="Segoe UI" panose="020B0502040204020203" pitchFamily="34" charset="0"/>
                <a:cs typeface="Segoe UI" panose="020B0502040204020203" pitchFamily="34" charset="0"/>
              </a:rPr>
              <a:t>Cloud SA @ MSFT</a:t>
            </a:r>
          </a:p>
        </p:txBody>
      </p:sp>
      <p:sp>
        <p:nvSpPr>
          <p:cNvPr id="5" name="TextBox 4">
            <a:extLst>
              <a:ext uri="{FF2B5EF4-FFF2-40B4-BE49-F238E27FC236}">
                <a16:creationId xmlns:a16="http://schemas.microsoft.com/office/drawing/2014/main" id="{D0E81E37-1AF6-389E-CD4D-F7F94F2CA3A2}"/>
              </a:ext>
            </a:extLst>
          </p:cNvPr>
          <p:cNvSpPr txBox="1"/>
          <p:nvPr/>
        </p:nvSpPr>
        <p:spPr>
          <a:xfrm>
            <a:off x="4091324" y="4036682"/>
            <a:ext cx="400594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Jemiah </a:t>
            </a:r>
            <a:r>
              <a:rPr kumimoji="0" lang="en-US" sz="2800" b="1" i="0" u="none" strike="noStrike" kern="1200" cap="none" spc="0" normalizeH="0" baseline="0" noProof="0" dirty="0" err="1">
                <a:ln>
                  <a:noFill/>
                </a:ln>
                <a:solidFill>
                  <a:prstClr val="black"/>
                </a:solidFill>
                <a:effectLst/>
                <a:uLnTx/>
                <a:uFillTx/>
                <a:latin typeface="Segoe UI" panose="020B0502040204020203" pitchFamily="34" charset="0"/>
                <a:ea typeface="+mn-ea"/>
                <a:cs typeface="Segoe UI" panose="020B0502040204020203" pitchFamily="34" charset="0"/>
              </a:rPr>
              <a:t>Sius</a:t>
            </a:r>
            <a:endParaRPr kumimoji="0" lang="en-US" sz="2800" b="1"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9" name="TextBox 8">
            <a:extLst>
              <a:ext uri="{FF2B5EF4-FFF2-40B4-BE49-F238E27FC236}">
                <a16:creationId xmlns:a16="http://schemas.microsoft.com/office/drawing/2014/main" id="{001D4E73-B354-BF96-263D-0D4EB79C3342}"/>
              </a:ext>
            </a:extLst>
          </p:cNvPr>
          <p:cNvSpPr txBox="1"/>
          <p:nvPr/>
        </p:nvSpPr>
        <p:spPr>
          <a:xfrm>
            <a:off x="4374844" y="4559902"/>
            <a:ext cx="3403109" cy="461665"/>
          </a:xfrm>
          <a:prstGeom prst="rect">
            <a:avLst/>
          </a:prstGeom>
          <a:solidFill>
            <a:srgbClr val="7030A0"/>
          </a:solidFill>
        </p:spPr>
        <p:txBody>
          <a:bodyPr wrap="square" rtlCol="0">
            <a:spAutoFit/>
          </a:bodyPr>
          <a:lstStyle/>
          <a:p>
            <a:pPr lvl="0" algn="ctr">
              <a:defRPr/>
            </a:pPr>
            <a:r>
              <a:rPr lang="en-US" sz="2400" dirty="0">
                <a:solidFill>
                  <a:srgbClr val="FFFF00"/>
                </a:solidFill>
                <a:latin typeface="Segoe UI" panose="020B0502040204020203" pitchFamily="34" charset="0"/>
                <a:cs typeface="Segoe UI" panose="020B0502040204020203" pitchFamily="34" charset="0"/>
              </a:rPr>
              <a:t>DevRel @ New Relic</a:t>
            </a:r>
          </a:p>
        </p:txBody>
      </p:sp>
    </p:spTree>
    <p:extLst>
      <p:ext uri="{BB962C8B-B14F-4D97-AF65-F5344CB8AC3E}">
        <p14:creationId xmlns:p14="http://schemas.microsoft.com/office/powerpoint/2010/main" val="4163897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Zero</a:t>
            </a:r>
            <a:endParaRPr lang="en-US" sz="3200" b="1" dirty="0">
              <a:solidFill>
                <a:srgbClr val="7030A0"/>
              </a:solidFill>
              <a:latin typeface="Segoe UI" panose="020B0502040204020203" pitchFamily="34" charset="0"/>
              <a:cs typeface="Segoe UI" panose="020B0502040204020203" pitchFamily="34" charset="0"/>
            </a:endParaRPr>
          </a:p>
        </p:txBody>
      </p:sp>
      <p:sp>
        <p:nvSpPr>
          <p:cNvPr id="4" name="Content Placeholder 3">
            <a:extLst>
              <a:ext uri="{FF2B5EF4-FFF2-40B4-BE49-F238E27FC236}">
                <a16:creationId xmlns:a16="http://schemas.microsoft.com/office/drawing/2014/main" id="{31D3DF15-4403-D489-FA65-6DA8B097E53F}"/>
              </a:ext>
            </a:extLst>
          </p:cNvPr>
          <p:cNvSpPr>
            <a:spLocks noGrp="1"/>
          </p:cNvSpPr>
          <p:nvPr>
            <p:ph idx="1"/>
          </p:nvPr>
        </p:nvSpPr>
        <p:spPr/>
        <p:txBody>
          <a:bodyPr/>
          <a:lstStyle/>
          <a:p>
            <a:r>
              <a:rPr lang="en-US" sz="2800" dirty="0">
                <a:latin typeface="Segoe UI" panose="020B0502040204020203" pitchFamily="34" charset="0"/>
                <a:cs typeface="Segoe UI" panose="020B0502040204020203" pitchFamily="34" charset="0"/>
                <a:hlinkClick r:id="rId3"/>
              </a:rPr>
              <a:t>Deploy Microsoft Foundry</a:t>
            </a:r>
            <a:r>
              <a:rPr lang="en-US" sz="2800" dirty="0">
                <a:latin typeface="Segoe UI" panose="020B0502040204020203" pitchFamily="34" charset="0"/>
                <a:cs typeface="Segoe UI" panose="020B0502040204020203" pitchFamily="34" charset="0"/>
              </a:rPr>
              <a:t> (incl. base LLM model)</a:t>
            </a:r>
          </a:p>
          <a:p>
            <a:r>
              <a:rPr lang="en-US" sz="2800" dirty="0">
                <a:latin typeface="Segoe UI" panose="020B0502040204020203" pitchFamily="34" charset="0"/>
                <a:cs typeface="Segoe UI" panose="020B0502040204020203" pitchFamily="34" charset="0"/>
                <a:hlinkClick r:id="rId4"/>
              </a:rPr>
              <a:t>Deploy Azure Native New Relic Service</a:t>
            </a:r>
            <a:endParaRPr lang="en-US" sz="2800" dirty="0">
              <a:latin typeface="Segoe UI" panose="020B0502040204020203" pitchFamily="34" charset="0"/>
              <a:cs typeface="Segoe UI" panose="020B0502040204020203" pitchFamily="34" charset="0"/>
            </a:endParaRPr>
          </a:p>
        </p:txBody>
      </p:sp>
      <p:sp>
        <p:nvSpPr>
          <p:cNvPr id="2" name="Text Placeholder 1"/>
          <p:cNvSpPr>
            <a:spLocks noGrp="1"/>
          </p:cNvSpPr>
          <p:nvPr>
            <p:ph type="body" sz="quarter" idx="13"/>
          </p:nvPr>
        </p:nvSpPr>
        <p:spPr/>
        <p:txBody>
          <a:bodyPr>
            <a:normAutofit/>
          </a:bodyPr>
          <a:lstStyle/>
          <a:p>
            <a:r>
              <a:rPr lang="en-US" sz="3200" b="1" dirty="0">
                <a:solidFill>
                  <a:srgbClr val="7030A0"/>
                </a:solidFill>
                <a:latin typeface="Segoe UI" panose="020B0502040204020203" pitchFamily="34" charset="0"/>
                <a:cs typeface="Segoe UI" panose="020B0502040204020203" pitchFamily="34" charset="0"/>
              </a:rPr>
              <a:t>Get your machines ready!</a:t>
            </a:r>
            <a:endParaRPr lang="en-US" sz="32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86393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3C1D8-997A-3307-B567-5C31F43276DE}"/>
              </a:ext>
            </a:extLst>
          </p:cNvPr>
          <p:cNvSpPr>
            <a:spLocks noGrp="1"/>
          </p:cNvSpPr>
          <p:nvPr>
            <p:ph type="title"/>
          </p:nvPr>
        </p:nvSpPr>
        <p:spPr/>
        <p:txBody>
          <a:bodyPr anchor="t" anchorCtr="0"/>
          <a:lstStyle/>
          <a:p>
            <a:r>
              <a:rPr lang="en-US" dirty="0"/>
              <a:t>Challenge 1</a:t>
            </a:r>
            <a:br>
              <a:rPr lang="en-US" dirty="0"/>
            </a:br>
            <a:r>
              <a:rPr lang="en-US" dirty="0"/>
              <a:t>- Master the Foundations</a:t>
            </a:r>
          </a:p>
        </p:txBody>
      </p:sp>
      <p:sp>
        <p:nvSpPr>
          <p:cNvPr id="3" name="Text Placeholder 2">
            <a:extLst>
              <a:ext uri="{FF2B5EF4-FFF2-40B4-BE49-F238E27FC236}">
                <a16:creationId xmlns:a16="http://schemas.microsoft.com/office/drawing/2014/main" id="{2F3AC27F-55BE-EAA1-2E0E-6E854A75AFEC}"/>
              </a:ext>
            </a:extLst>
          </p:cNvPr>
          <p:cNvSpPr>
            <a:spLocks noGrp="1"/>
          </p:cNvSpPr>
          <p:nvPr>
            <p:ph type="body" idx="1"/>
          </p:nvPr>
        </p:nvSpPr>
        <p:spPr/>
        <p:txBody>
          <a:bodyPr>
            <a:normAutofit/>
          </a:bodyPr>
          <a:lstStyle/>
          <a:p>
            <a:pPr algn="ctr"/>
            <a:r>
              <a:rPr lang="en-US" dirty="0"/>
              <a:t>What makes an AI agent tick?</a:t>
            </a:r>
          </a:p>
        </p:txBody>
      </p:sp>
    </p:spTree>
    <p:extLst>
      <p:ext uri="{BB962C8B-B14F-4D97-AF65-F5344CB8AC3E}">
        <p14:creationId xmlns:p14="http://schemas.microsoft.com/office/powerpoint/2010/main" val="2990754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DBF992-46E2-4A48-9C03-B9E15BA5EC83}"/>
              </a:ext>
            </a:extLst>
          </p:cNvPr>
          <p:cNvSpPr>
            <a:spLocks noGrp="1"/>
          </p:cNvSpPr>
          <p:nvPr>
            <p:ph idx="1"/>
          </p:nvPr>
        </p:nvSpPr>
        <p:spPr/>
        <p:txBody>
          <a:bodyPr>
            <a:normAutofit fontScale="92500" lnSpcReduction="20000"/>
          </a:bodyPr>
          <a:lstStyle/>
          <a:p>
            <a:pPr marL="0" indent="0">
              <a:buNone/>
            </a:pPr>
            <a:r>
              <a:rPr lang="en-US" dirty="0">
                <a:latin typeface="Segoe UI" panose="020B0502040204020203" pitchFamily="34" charset="0"/>
                <a:cs typeface="Segoe UI" panose="020B0502040204020203" pitchFamily="34" charset="0"/>
              </a:rPr>
              <a:t>Before you start building </a:t>
            </a:r>
            <a:r>
              <a:rPr lang="en-US" dirty="0" err="1">
                <a:latin typeface="Segoe UI" panose="020B0502040204020203" pitchFamily="34" charset="0"/>
                <a:cs typeface="Segoe UI" panose="020B0502040204020203" pitchFamily="34" charset="0"/>
              </a:rPr>
              <a:t>WanderAI's</a:t>
            </a:r>
            <a:r>
              <a:rPr lang="en-US" dirty="0">
                <a:latin typeface="Segoe UI" panose="020B0502040204020203" pitchFamily="34" charset="0"/>
                <a:cs typeface="Segoe UI" panose="020B0502040204020203" pitchFamily="34" charset="0"/>
              </a:rPr>
              <a:t> AI agents, you need to understand the core concepts that power them. This challenge focuses on building your foundational knowledge of AI agents, the Microsoft Agent Framework, and observability concepts.</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An AI agent is different from a simple LLM API call. While a direct API call just sends a prompt and receives a response, an agent can reason about problems, decide when to use external tools, and orchestrate multiple steps to accomplish complex tasks. Understanding this distinction is crucial for building effective AI-powered applications.</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In this challenge, you will study the Microsoft Agent Framework documentation and learn about tool calling, agent lifecycles, and why observability matters for AI systems.</a:t>
            </a:r>
          </a:p>
        </p:txBody>
      </p:sp>
      <p:sp>
        <p:nvSpPr>
          <p:cNvPr id="4" name="Text Placeholder 3">
            <a:extLst>
              <a:ext uri="{FF2B5EF4-FFF2-40B4-BE49-F238E27FC236}">
                <a16:creationId xmlns:a16="http://schemas.microsoft.com/office/drawing/2014/main" id="{91051B93-082E-F159-F4B6-DDC0E3942FE4}"/>
              </a:ext>
            </a:extLst>
          </p:cNvPr>
          <p:cNvSpPr>
            <a:spLocks noGrp="1"/>
          </p:cNvSpPr>
          <p:nvPr>
            <p:ph type="body" sz="quarter" idx="13"/>
          </p:nvPr>
        </p:nvSpPr>
        <p:spPr/>
        <p:txBody>
          <a:bodyPr/>
          <a:lstStyle/>
          <a:p>
            <a:r>
              <a:rPr lang="en-US" sz="3200" b="1" dirty="0">
                <a:solidFill>
                  <a:srgbClr val="7030A0"/>
                </a:solidFill>
                <a:latin typeface="Segoe UI" panose="020B0502040204020203" pitchFamily="34" charset="0"/>
                <a:cs typeface="Segoe UI" panose="020B0502040204020203" pitchFamily="34" charset="0"/>
              </a:rPr>
              <a:t>Master the Foundations – What makes an AI agent tick?</a:t>
            </a:r>
          </a:p>
        </p:txBody>
      </p:sp>
      <p:sp>
        <p:nvSpPr>
          <p:cNvPr id="6" name="Title 5">
            <a:extLst>
              <a:ext uri="{FF2B5EF4-FFF2-40B4-BE49-F238E27FC236}">
                <a16:creationId xmlns:a16="http://schemas.microsoft.com/office/drawing/2014/main" id="{C9A2E726-F8FE-9287-6F4A-257C69570E5B}"/>
              </a:ext>
            </a:extLst>
          </p:cNvPr>
          <p:cNvSpPr>
            <a:spLocks noGrp="1"/>
          </p:cNvSpPr>
          <p:nvPr>
            <p:ph type="title"/>
          </p:nvPr>
        </p:nvSpPr>
        <p:spPr/>
        <p:txBody>
          <a:bodyPr/>
          <a:lstStyle/>
          <a:p>
            <a:r>
              <a:rPr lang="en-GB" dirty="0"/>
              <a:t>Challenge #1</a:t>
            </a:r>
            <a:endParaRPr lang="en-DE" dirty="0"/>
          </a:p>
        </p:txBody>
      </p:sp>
    </p:spTree>
    <p:extLst>
      <p:ext uri="{BB962C8B-B14F-4D97-AF65-F5344CB8AC3E}">
        <p14:creationId xmlns:p14="http://schemas.microsoft.com/office/powerpoint/2010/main" val="2240261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#1</a:t>
            </a:r>
            <a:endParaRPr lang="en-US" sz="3200" b="1" dirty="0">
              <a:solidFill>
                <a:srgbClr val="7030A0"/>
              </a:solidFill>
              <a:latin typeface="Segoe UI" panose="020B0502040204020203" pitchFamily="34" charset="0"/>
              <a:cs typeface="Segoe UI" panose="020B0502040204020203" pitchFamily="34" charset="0"/>
            </a:endParaRPr>
          </a:p>
        </p:txBody>
      </p:sp>
      <p:sp>
        <p:nvSpPr>
          <p:cNvPr id="2" name="Text Placeholder 1"/>
          <p:cNvSpPr>
            <a:spLocks noGrp="1"/>
          </p:cNvSpPr>
          <p:nvPr>
            <p:ph idx="1"/>
          </p:nvPr>
        </p:nvSpPr>
        <p:spPr/>
        <p:txBody>
          <a:bodyPr>
            <a:normAutofit fontScale="92500" lnSpcReduction="20000"/>
          </a:bodyPr>
          <a:lstStyle/>
          <a:p>
            <a:pPr marL="0" indent="0">
              <a:buNone/>
            </a:pPr>
            <a:r>
              <a:rPr lang="en-US" sz="2400" dirty="0">
                <a:latin typeface="Segoe UI" panose="020B0502040204020203" pitchFamily="34" charset="0"/>
                <a:cs typeface="Segoe UI" panose="020B0502040204020203" pitchFamily="34" charset="0"/>
              </a:rPr>
              <a:t>Your goal is to gain a solid understanding of the following concepts:</a:t>
            </a:r>
          </a:p>
          <a:p>
            <a:endParaRPr lang="en-US" sz="2400" dirty="0">
              <a:latin typeface="Segoe UI" panose="020B0502040204020203" pitchFamily="34" charset="0"/>
              <a:cs typeface="Segoe UI" panose="020B0502040204020203" pitchFamily="34" charset="0"/>
            </a:endParaRPr>
          </a:p>
          <a:p>
            <a:r>
              <a:rPr lang="en-US" sz="2400" b="1" dirty="0">
                <a:solidFill>
                  <a:srgbClr val="F6C243"/>
                </a:solidFill>
                <a:latin typeface="Segoe UI" panose="020B0502040204020203" pitchFamily="34" charset="0"/>
                <a:cs typeface="Segoe UI" panose="020B0502040204020203" pitchFamily="34" charset="0"/>
              </a:rPr>
              <a:t>AI Agents vs. Simple LLM Calls</a:t>
            </a:r>
          </a:p>
          <a:p>
            <a:pPr lvl="1"/>
            <a:r>
              <a:rPr lang="en-US" dirty="0">
                <a:latin typeface="Segoe UI" panose="020B0502040204020203" pitchFamily="34" charset="0"/>
                <a:cs typeface="Segoe UI" panose="020B0502040204020203" pitchFamily="34" charset="0"/>
              </a:rPr>
              <a:t>Understand what differentiates an agent from a basic chat completion API call</a:t>
            </a:r>
          </a:p>
          <a:p>
            <a:r>
              <a:rPr lang="en-US" sz="2400" b="1" dirty="0">
                <a:solidFill>
                  <a:srgbClr val="F6C243"/>
                </a:solidFill>
                <a:latin typeface="Segoe UI" panose="020B0502040204020203" pitchFamily="34" charset="0"/>
                <a:cs typeface="Segoe UI" panose="020B0502040204020203" pitchFamily="34" charset="0"/>
              </a:rPr>
              <a:t>Tool Calling</a:t>
            </a:r>
          </a:p>
          <a:p>
            <a:pPr lvl="1"/>
            <a:r>
              <a:rPr lang="en-US" dirty="0">
                <a:latin typeface="Segoe UI" panose="020B0502040204020203" pitchFamily="34" charset="0"/>
                <a:cs typeface="Segoe UI" panose="020B0502040204020203" pitchFamily="34" charset="0"/>
              </a:rPr>
              <a:t>Learn why agents need tools and how they decide when to call them</a:t>
            </a:r>
          </a:p>
          <a:p>
            <a:r>
              <a:rPr lang="en-US" sz="2400" b="1" dirty="0">
                <a:solidFill>
                  <a:srgbClr val="F6C243"/>
                </a:solidFill>
                <a:latin typeface="Segoe UI" panose="020B0502040204020203" pitchFamily="34" charset="0"/>
                <a:cs typeface="Segoe UI" panose="020B0502040204020203" pitchFamily="34" charset="0"/>
              </a:rPr>
              <a:t>Agent-Tool Lifecycle</a:t>
            </a:r>
          </a:p>
          <a:p>
            <a:pPr lvl="1"/>
            <a:r>
              <a:rPr lang="en-US" dirty="0">
                <a:latin typeface="Segoe UI" panose="020B0502040204020203" pitchFamily="34" charset="0"/>
                <a:cs typeface="Segoe UI" panose="020B0502040204020203" pitchFamily="34" charset="0"/>
              </a:rPr>
              <a:t>Understand the flow from user request through agent reasoning to tool execution and response</a:t>
            </a:r>
          </a:p>
          <a:p>
            <a:r>
              <a:rPr lang="en-US" sz="2400" b="1" dirty="0" err="1">
                <a:solidFill>
                  <a:srgbClr val="F6C243"/>
                </a:solidFill>
                <a:latin typeface="Segoe UI" panose="020B0502040204020203" pitchFamily="34" charset="0"/>
                <a:cs typeface="Segoe UI" panose="020B0502040204020203" pitchFamily="34" charset="0"/>
              </a:rPr>
              <a:t>OpenTelemetry</a:t>
            </a:r>
            <a:r>
              <a:rPr lang="en-US" sz="2400" b="1" dirty="0">
                <a:solidFill>
                  <a:srgbClr val="F6C243"/>
                </a:solidFill>
                <a:latin typeface="Segoe UI" panose="020B0502040204020203" pitchFamily="34" charset="0"/>
                <a:cs typeface="Segoe UI" panose="020B0502040204020203" pitchFamily="34" charset="0"/>
              </a:rPr>
              <a:t> Basics</a:t>
            </a:r>
          </a:p>
          <a:p>
            <a:pPr lvl="1"/>
            <a:r>
              <a:rPr lang="en-US" dirty="0">
                <a:latin typeface="Segoe UI" panose="020B0502040204020203" pitchFamily="34" charset="0"/>
                <a:cs typeface="Segoe UI" panose="020B0502040204020203" pitchFamily="34" charset="0"/>
              </a:rPr>
              <a:t>Learn about traces, metrics, and logs and why they matter for AI systems</a:t>
            </a:r>
          </a:p>
          <a:p>
            <a:r>
              <a:rPr lang="en-US" sz="2400" b="1" dirty="0">
                <a:solidFill>
                  <a:srgbClr val="F6C243"/>
                </a:solidFill>
                <a:latin typeface="Segoe UI" panose="020B0502040204020203" pitchFamily="34" charset="0"/>
                <a:cs typeface="Segoe UI" panose="020B0502040204020203" pitchFamily="34" charset="0"/>
              </a:rPr>
              <a:t>Application Architecture</a:t>
            </a:r>
          </a:p>
          <a:p>
            <a:pPr lvl="1"/>
            <a:r>
              <a:rPr lang="en-US" dirty="0">
                <a:latin typeface="Segoe UI" panose="020B0502040204020203" pitchFamily="34" charset="0"/>
                <a:cs typeface="Segoe UI" panose="020B0502040204020203" pitchFamily="34" charset="0"/>
              </a:rPr>
              <a:t>Understand how a Flask web app integrates with the Microsoft Agent Framework</a:t>
            </a:r>
          </a:p>
        </p:txBody>
      </p:sp>
      <p:sp>
        <p:nvSpPr>
          <p:cNvPr id="8" name="Text Placeholder 7">
            <a:extLst>
              <a:ext uri="{FF2B5EF4-FFF2-40B4-BE49-F238E27FC236}">
                <a16:creationId xmlns:a16="http://schemas.microsoft.com/office/drawing/2014/main" id="{E3048B16-5BF1-7CB9-7FB4-FEF3812F70B0}"/>
              </a:ext>
            </a:extLst>
          </p:cNvPr>
          <p:cNvSpPr>
            <a:spLocks noGrp="1"/>
          </p:cNvSpPr>
          <p:nvPr>
            <p:ph type="body" sz="quarter" idx="13"/>
          </p:nvPr>
        </p:nvSpPr>
        <p:spPr/>
        <p:txBody>
          <a:bodyPr/>
          <a:lstStyle/>
          <a:p>
            <a:r>
              <a:rPr lang="en-US" dirty="0"/>
              <a:t>Master the Foundations – What makes an AI agent tick?</a:t>
            </a:r>
          </a:p>
        </p:txBody>
      </p:sp>
      <p:sp>
        <p:nvSpPr>
          <p:cNvPr id="4" name="TextBox 3">
            <a:extLst>
              <a:ext uri="{FF2B5EF4-FFF2-40B4-BE49-F238E27FC236}">
                <a16:creationId xmlns:a16="http://schemas.microsoft.com/office/drawing/2014/main" id="{63CFF63D-04FB-705F-FDE7-615DA747FAC4}"/>
              </a:ext>
            </a:extLst>
          </p:cNvPr>
          <p:cNvSpPr txBox="1"/>
          <p:nvPr/>
        </p:nvSpPr>
        <p:spPr>
          <a:xfrm>
            <a:off x="5034987" y="1307939"/>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AB9110E3-5DA2-43FD-3338-F621924160AB}"/>
              </a:ext>
            </a:extLst>
          </p:cNvPr>
          <p:cNvSpPr txBox="1"/>
          <p:nvPr/>
        </p:nvSpPr>
        <p:spPr>
          <a:xfrm>
            <a:off x="5775767" y="1088020"/>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42E1B2F0-C4E0-E0F5-983F-767CA58230D0}"/>
              </a:ext>
            </a:extLst>
          </p:cNvPr>
          <p:cNvSpPr txBox="1"/>
          <p:nvPr/>
        </p:nvSpPr>
        <p:spPr>
          <a:xfrm>
            <a:off x="6111433" y="115746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471118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6A7C8-0A8E-E3B7-2371-175617C993A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7DC16E4-D6D5-3FA6-E9E5-3897C761D003}"/>
              </a:ext>
            </a:extLst>
          </p:cNvPr>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#1</a:t>
            </a:r>
            <a:endParaRPr lang="en-US" sz="3200" b="1" dirty="0">
              <a:solidFill>
                <a:srgbClr val="7030A0"/>
              </a:solidFill>
              <a:latin typeface="Segoe UI" panose="020B0502040204020203" pitchFamily="34" charset="0"/>
              <a:cs typeface="Segoe UI" panose="020B0502040204020203" pitchFamily="34" charset="0"/>
            </a:endParaRPr>
          </a:p>
        </p:txBody>
      </p:sp>
      <p:sp>
        <p:nvSpPr>
          <p:cNvPr id="8" name="Text Placeholder 7">
            <a:extLst>
              <a:ext uri="{FF2B5EF4-FFF2-40B4-BE49-F238E27FC236}">
                <a16:creationId xmlns:a16="http://schemas.microsoft.com/office/drawing/2014/main" id="{D00799EC-D46E-16AA-0F7B-38A77CB35D53}"/>
              </a:ext>
            </a:extLst>
          </p:cNvPr>
          <p:cNvSpPr>
            <a:spLocks noGrp="1"/>
          </p:cNvSpPr>
          <p:nvPr>
            <p:ph type="body" sz="quarter" idx="13"/>
          </p:nvPr>
        </p:nvSpPr>
        <p:spPr/>
        <p:txBody>
          <a:bodyPr/>
          <a:lstStyle/>
          <a:p>
            <a:r>
              <a:rPr lang="en-US" dirty="0"/>
              <a:t>Master the Foundations – What makes an AI agent tick?</a:t>
            </a:r>
          </a:p>
        </p:txBody>
      </p:sp>
      <p:sp>
        <p:nvSpPr>
          <p:cNvPr id="4" name="TextBox 3">
            <a:extLst>
              <a:ext uri="{FF2B5EF4-FFF2-40B4-BE49-F238E27FC236}">
                <a16:creationId xmlns:a16="http://schemas.microsoft.com/office/drawing/2014/main" id="{7638A8DB-B131-6AA5-A921-2095564E2839}"/>
              </a:ext>
            </a:extLst>
          </p:cNvPr>
          <p:cNvSpPr txBox="1"/>
          <p:nvPr/>
        </p:nvSpPr>
        <p:spPr>
          <a:xfrm>
            <a:off x="5034987" y="1307939"/>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F568E194-C506-7F9A-A7BF-6E9823F87A69}"/>
              </a:ext>
            </a:extLst>
          </p:cNvPr>
          <p:cNvSpPr txBox="1"/>
          <p:nvPr/>
        </p:nvSpPr>
        <p:spPr>
          <a:xfrm>
            <a:off x="5775767" y="1088020"/>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1A428910-8F2F-3893-16A1-E493044F3282}"/>
              </a:ext>
            </a:extLst>
          </p:cNvPr>
          <p:cNvSpPr txBox="1"/>
          <p:nvPr/>
        </p:nvSpPr>
        <p:spPr>
          <a:xfrm>
            <a:off x="6111433" y="1157468"/>
            <a:ext cx="184731" cy="369332"/>
          </a:xfrm>
          <a:prstGeom prst="rect">
            <a:avLst/>
          </a:prstGeom>
          <a:noFill/>
        </p:spPr>
        <p:txBody>
          <a:bodyPr wrap="none" rtlCol="0">
            <a:spAutoFit/>
          </a:bodyPr>
          <a:lstStyle/>
          <a:p>
            <a:endParaRPr lang="en-US" dirty="0"/>
          </a:p>
        </p:txBody>
      </p:sp>
      <p:pic>
        <p:nvPicPr>
          <p:cNvPr id="10" name="Picture 9" descr="QR Code">
            <a:extLst>
              <a:ext uri="{FF2B5EF4-FFF2-40B4-BE49-F238E27FC236}">
                <a16:creationId xmlns:a16="http://schemas.microsoft.com/office/drawing/2014/main" id="{0E20EF2B-F5A4-EEC2-FB08-4EF7BAB29450}"/>
              </a:ext>
            </a:extLst>
          </p:cNvPr>
          <p:cNvPicPr>
            <a:picLocks noChangeAspect="1"/>
          </p:cNvPicPr>
          <p:nvPr/>
        </p:nvPicPr>
        <p:blipFill>
          <a:blip r:embed="rId3"/>
          <a:stretch>
            <a:fillRect/>
          </a:stretch>
        </p:blipFill>
        <p:spPr>
          <a:xfrm>
            <a:off x="4283075" y="2018258"/>
            <a:ext cx="3625850" cy="3625850"/>
          </a:xfrm>
          <a:prstGeom prst="rect">
            <a:avLst/>
          </a:prstGeom>
          <a:ln w="76200">
            <a:solidFill>
              <a:schemeClr val="tx1"/>
            </a:solidFill>
          </a:ln>
        </p:spPr>
      </p:pic>
    </p:spTree>
    <p:extLst>
      <p:ext uri="{BB962C8B-B14F-4D97-AF65-F5344CB8AC3E}">
        <p14:creationId xmlns:p14="http://schemas.microsoft.com/office/powerpoint/2010/main" val="1941044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12C6D-4F42-BAEB-2EFA-7C14789A48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0412C-C462-19AF-6F33-CBE9E1B120B0}"/>
              </a:ext>
            </a:extLst>
          </p:cNvPr>
          <p:cNvSpPr>
            <a:spLocks noGrp="1"/>
          </p:cNvSpPr>
          <p:nvPr>
            <p:ph type="title"/>
          </p:nvPr>
        </p:nvSpPr>
        <p:spPr/>
        <p:txBody>
          <a:bodyPr lIns="90000" anchor="t" anchorCtr="0"/>
          <a:lstStyle/>
          <a:p>
            <a:r>
              <a:rPr lang="en-US" dirty="0"/>
              <a:t>Challenge 2</a:t>
            </a:r>
            <a:br>
              <a:rPr lang="en-US" dirty="0"/>
            </a:br>
            <a:r>
              <a:rPr lang="en-US" dirty="0"/>
              <a:t>- Build Your MVP</a:t>
            </a:r>
          </a:p>
        </p:txBody>
      </p:sp>
      <p:sp>
        <p:nvSpPr>
          <p:cNvPr id="3" name="Text Placeholder 2">
            <a:extLst>
              <a:ext uri="{FF2B5EF4-FFF2-40B4-BE49-F238E27FC236}">
                <a16:creationId xmlns:a16="http://schemas.microsoft.com/office/drawing/2014/main" id="{0726EB30-B8F0-B4D8-31BD-EFB7D114705F}"/>
              </a:ext>
            </a:extLst>
          </p:cNvPr>
          <p:cNvSpPr>
            <a:spLocks noGrp="1"/>
          </p:cNvSpPr>
          <p:nvPr>
            <p:ph type="body" idx="1"/>
          </p:nvPr>
        </p:nvSpPr>
        <p:spPr/>
        <p:txBody>
          <a:bodyPr>
            <a:normAutofit/>
          </a:bodyPr>
          <a:lstStyle/>
          <a:p>
            <a:pPr algn="ctr"/>
            <a:r>
              <a:rPr lang="en-US" dirty="0"/>
              <a:t>Ship the first version of </a:t>
            </a:r>
            <a:r>
              <a:rPr lang="en-US" dirty="0" err="1"/>
              <a:t>WanderAI</a:t>
            </a:r>
            <a:r>
              <a:rPr lang="en-US" dirty="0"/>
              <a:t>!</a:t>
            </a:r>
          </a:p>
        </p:txBody>
      </p:sp>
    </p:spTree>
    <p:extLst>
      <p:ext uri="{BB962C8B-B14F-4D97-AF65-F5344CB8AC3E}">
        <p14:creationId xmlns:p14="http://schemas.microsoft.com/office/powerpoint/2010/main" val="1994886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0D43E-7A5A-3A63-4683-DA58769BA97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79DB28-B093-94A7-B8B1-60EF8DF01951}"/>
              </a:ext>
            </a:extLst>
          </p:cNvPr>
          <p:cNvSpPr>
            <a:spLocks noGrp="1"/>
          </p:cNvSpPr>
          <p:nvPr>
            <p:ph idx="1"/>
          </p:nvPr>
        </p:nvSpPr>
        <p:spPr/>
        <p:txBody>
          <a:bodyPr>
            <a:normAutofit/>
          </a:bodyPr>
          <a:lstStyle/>
          <a:p>
            <a:pPr marL="0" indent="0">
              <a:buNone/>
            </a:pPr>
            <a:r>
              <a:rPr lang="en-US" dirty="0">
                <a:latin typeface="Segoe UI" panose="020B0502040204020203" pitchFamily="34" charset="0"/>
                <a:cs typeface="Segoe UI" panose="020B0502040204020203" pitchFamily="34" charset="0"/>
              </a:rPr>
              <a:t>It's time to build the first version of </a:t>
            </a:r>
            <a:r>
              <a:rPr lang="en-US" dirty="0" err="1">
                <a:latin typeface="Segoe UI" panose="020B0502040204020203" pitchFamily="34" charset="0"/>
                <a:cs typeface="Segoe UI" panose="020B0502040204020203" pitchFamily="34" charset="0"/>
              </a:rPr>
              <a:t>WanderAI's</a:t>
            </a:r>
            <a:r>
              <a:rPr lang="en-US" dirty="0">
                <a:latin typeface="Segoe UI" panose="020B0502040204020203" pitchFamily="34" charset="0"/>
                <a:cs typeface="Segoe UI" panose="020B0502040204020203" pitchFamily="34" charset="0"/>
              </a:rPr>
              <a:t> Travel Planner service! In this challenge, you will create a Flask web application that leverages the Microsoft Agent Framework to generate personalized travel itineraries.</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Your application will accept user travel preferences through a web form and use an AI agent to create beautiful, customized trip plans. The agent will have access to tools that provide real-time information like weather data and current date/time.</a:t>
            </a:r>
          </a:p>
        </p:txBody>
      </p:sp>
      <p:sp>
        <p:nvSpPr>
          <p:cNvPr id="4" name="Text Placeholder 3">
            <a:extLst>
              <a:ext uri="{FF2B5EF4-FFF2-40B4-BE49-F238E27FC236}">
                <a16:creationId xmlns:a16="http://schemas.microsoft.com/office/drawing/2014/main" id="{4397DB4C-AE02-1957-0E69-B8C672199F8F}"/>
              </a:ext>
            </a:extLst>
          </p:cNvPr>
          <p:cNvSpPr>
            <a:spLocks noGrp="1"/>
          </p:cNvSpPr>
          <p:nvPr>
            <p:ph type="body" sz="quarter" idx="13"/>
          </p:nvPr>
        </p:nvSpPr>
        <p:spPr/>
        <p:txBody>
          <a:bodyPr>
            <a:normAutofit/>
          </a:bodyPr>
          <a:lstStyle/>
          <a:p>
            <a:r>
              <a:rPr lang="en-US" sz="3200" b="1" dirty="0">
                <a:solidFill>
                  <a:srgbClr val="7030A0"/>
                </a:solidFill>
                <a:latin typeface="Segoe UI" panose="020B0502040204020203" pitchFamily="34" charset="0"/>
                <a:cs typeface="Segoe UI" panose="020B0502040204020203" pitchFamily="34" charset="0"/>
              </a:rPr>
              <a:t>Build Your MVP - Ship the first version of </a:t>
            </a:r>
            <a:r>
              <a:rPr lang="en-US" sz="3200" b="1" dirty="0" err="1">
                <a:solidFill>
                  <a:srgbClr val="7030A0"/>
                </a:solidFill>
                <a:latin typeface="Segoe UI" panose="020B0502040204020203" pitchFamily="34" charset="0"/>
                <a:cs typeface="Segoe UI" panose="020B0502040204020203" pitchFamily="34" charset="0"/>
              </a:rPr>
              <a:t>WanderAI</a:t>
            </a:r>
            <a:r>
              <a:rPr lang="en-US" sz="3200" b="1" dirty="0">
                <a:solidFill>
                  <a:srgbClr val="7030A0"/>
                </a:solidFill>
                <a:latin typeface="Segoe UI" panose="020B0502040204020203" pitchFamily="34" charset="0"/>
                <a:cs typeface="Segoe UI" panose="020B0502040204020203" pitchFamily="34" charset="0"/>
              </a:rPr>
              <a:t>!</a:t>
            </a:r>
            <a:endParaRPr lang="en-US" dirty="0"/>
          </a:p>
        </p:txBody>
      </p:sp>
      <p:sp>
        <p:nvSpPr>
          <p:cNvPr id="6" name="Title 5">
            <a:extLst>
              <a:ext uri="{FF2B5EF4-FFF2-40B4-BE49-F238E27FC236}">
                <a16:creationId xmlns:a16="http://schemas.microsoft.com/office/drawing/2014/main" id="{B6E493CF-4088-D4E5-DF71-E2186C7A7D2C}"/>
              </a:ext>
            </a:extLst>
          </p:cNvPr>
          <p:cNvSpPr>
            <a:spLocks noGrp="1"/>
          </p:cNvSpPr>
          <p:nvPr>
            <p:ph type="title"/>
          </p:nvPr>
        </p:nvSpPr>
        <p:spPr/>
        <p:txBody>
          <a:bodyPr/>
          <a:lstStyle/>
          <a:p>
            <a:r>
              <a:rPr lang="en-GB" dirty="0"/>
              <a:t>Challenge #2</a:t>
            </a:r>
            <a:endParaRPr lang="en-DE" dirty="0"/>
          </a:p>
        </p:txBody>
      </p:sp>
    </p:spTree>
    <p:extLst>
      <p:ext uri="{BB962C8B-B14F-4D97-AF65-F5344CB8AC3E}">
        <p14:creationId xmlns:p14="http://schemas.microsoft.com/office/powerpoint/2010/main" val="21925182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92348-E8E6-28A6-919B-F14DA0A4ED5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BD138F6-07C0-83EE-7DBA-212D79031C23}"/>
              </a:ext>
            </a:extLst>
          </p:cNvPr>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#2</a:t>
            </a:r>
            <a:endParaRPr lang="en-US" sz="3200" b="1" dirty="0">
              <a:solidFill>
                <a:srgbClr val="7030A0"/>
              </a:solidFill>
              <a:latin typeface="Segoe UI" panose="020B0502040204020203" pitchFamily="34" charset="0"/>
              <a:cs typeface="Segoe UI" panose="020B0502040204020203" pitchFamily="34" charset="0"/>
            </a:endParaRPr>
          </a:p>
        </p:txBody>
      </p:sp>
      <p:sp>
        <p:nvSpPr>
          <p:cNvPr id="2" name="Text Placeholder 1">
            <a:extLst>
              <a:ext uri="{FF2B5EF4-FFF2-40B4-BE49-F238E27FC236}">
                <a16:creationId xmlns:a16="http://schemas.microsoft.com/office/drawing/2014/main" id="{4A7A50E6-00DC-BB34-E730-E98AB6A2535D}"/>
              </a:ext>
            </a:extLst>
          </p:cNvPr>
          <p:cNvSpPr>
            <a:spLocks noGrp="1"/>
          </p:cNvSpPr>
          <p:nvPr>
            <p:ph idx="1"/>
          </p:nvPr>
        </p:nvSpPr>
        <p:spPr/>
        <p:txBody>
          <a:bodyPr>
            <a:normAutofit fontScale="47500" lnSpcReduction="20000"/>
          </a:bodyPr>
          <a:lstStyle/>
          <a:p>
            <a:pPr marL="0" indent="0">
              <a:buNone/>
            </a:pPr>
            <a:r>
              <a:rPr lang="en-US" sz="4600" dirty="0">
                <a:latin typeface="Segoe UI" panose="020B0502040204020203" pitchFamily="34" charset="0"/>
                <a:cs typeface="Segoe UI" panose="020B0502040204020203" pitchFamily="34" charset="0"/>
              </a:rPr>
              <a:t>You need to build a Flask web application with the following components:</a:t>
            </a:r>
          </a:p>
          <a:p>
            <a:pPr marL="0" indent="0">
              <a:buNone/>
            </a:pPr>
            <a:endParaRPr lang="en-US" sz="4600" dirty="0">
              <a:latin typeface="Segoe UI" panose="020B0502040204020203" pitchFamily="34" charset="0"/>
              <a:cs typeface="Segoe UI" panose="020B0502040204020203" pitchFamily="34" charset="0"/>
            </a:endParaRPr>
          </a:p>
          <a:p>
            <a:r>
              <a:rPr lang="en-US" sz="4600" b="1" dirty="0">
                <a:solidFill>
                  <a:srgbClr val="F6C243"/>
                </a:solidFill>
              </a:rPr>
              <a:t>User Interface</a:t>
            </a:r>
          </a:p>
          <a:p>
            <a:pPr lvl="1"/>
            <a:r>
              <a:rPr lang="en-US" sz="4600" dirty="0"/>
              <a:t>A form where users enter their travel preferences (travel date, trip duration, interests, special requests)</a:t>
            </a:r>
          </a:p>
          <a:p>
            <a:r>
              <a:rPr lang="en-US" sz="4600" b="1" dirty="0">
                <a:solidFill>
                  <a:srgbClr val="F6C243"/>
                </a:solidFill>
              </a:rPr>
              <a:t>Backend</a:t>
            </a:r>
          </a:p>
          <a:p>
            <a:pPr lvl="1"/>
            <a:r>
              <a:rPr lang="en-US" sz="4600" dirty="0"/>
              <a:t>Flask web server with appropriate routes</a:t>
            </a:r>
          </a:p>
          <a:p>
            <a:pPr lvl="1"/>
            <a:r>
              <a:rPr lang="en-US" sz="4600" dirty="0"/>
              <a:t>AI agent that creates travel plans using the Microsoft Agent Framework</a:t>
            </a:r>
          </a:p>
          <a:p>
            <a:pPr lvl="1"/>
            <a:r>
              <a:rPr lang="en-US" sz="4600" dirty="0"/>
              <a:t>Tool functions for getting data (weather, random destinations, current time)</a:t>
            </a:r>
          </a:p>
          <a:p>
            <a:r>
              <a:rPr lang="en-US" sz="4600" b="1" dirty="0">
                <a:solidFill>
                  <a:srgbClr val="F6C243"/>
                </a:solidFill>
              </a:rPr>
              <a:t>Output</a:t>
            </a:r>
          </a:p>
          <a:p>
            <a:pPr lvl="1"/>
            <a:r>
              <a:rPr lang="en-US" sz="4600" dirty="0"/>
              <a:t>Formatted HTML page with travel itinerary</a:t>
            </a:r>
          </a:p>
          <a:p>
            <a:pPr lvl="1"/>
            <a:r>
              <a:rPr lang="en-US" sz="4600" dirty="0"/>
              <a:t>Beautiful presentation of the AI's recommendations</a:t>
            </a:r>
          </a:p>
        </p:txBody>
      </p:sp>
      <p:sp>
        <p:nvSpPr>
          <p:cNvPr id="8" name="Text Placeholder 7">
            <a:extLst>
              <a:ext uri="{FF2B5EF4-FFF2-40B4-BE49-F238E27FC236}">
                <a16:creationId xmlns:a16="http://schemas.microsoft.com/office/drawing/2014/main" id="{B08D7D4B-6D68-3ED5-75A6-C5E8A34102A3}"/>
              </a:ext>
            </a:extLst>
          </p:cNvPr>
          <p:cNvSpPr>
            <a:spLocks noGrp="1"/>
          </p:cNvSpPr>
          <p:nvPr>
            <p:ph type="body" sz="quarter" idx="13"/>
          </p:nvPr>
        </p:nvSpPr>
        <p:spPr/>
        <p:txBody>
          <a:bodyPr/>
          <a:lstStyle/>
          <a:p>
            <a:r>
              <a:rPr lang="en-US" dirty="0"/>
              <a:t>Build Your MVP - Ship the first version of </a:t>
            </a:r>
            <a:r>
              <a:rPr lang="en-US" dirty="0" err="1"/>
              <a:t>WanderAI</a:t>
            </a:r>
            <a:r>
              <a:rPr lang="en-US" dirty="0"/>
              <a:t>!</a:t>
            </a:r>
          </a:p>
        </p:txBody>
      </p:sp>
      <p:sp>
        <p:nvSpPr>
          <p:cNvPr id="4" name="TextBox 3">
            <a:extLst>
              <a:ext uri="{FF2B5EF4-FFF2-40B4-BE49-F238E27FC236}">
                <a16:creationId xmlns:a16="http://schemas.microsoft.com/office/drawing/2014/main" id="{99381C7A-940E-CA63-3054-009E170EA35C}"/>
              </a:ext>
            </a:extLst>
          </p:cNvPr>
          <p:cNvSpPr txBox="1"/>
          <p:nvPr/>
        </p:nvSpPr>
        <p:spPr>
          <a:xfrm>
            <a:off x="5034987" y="1307939"/>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C1C8B941-1352-0BC2-BDF8-8EAD9758AEF7}"/>
              </a:ext>
            </a:extLst>
          </p:cNvPr>
          <p:cNvSpPr txBox="1"/>
          <p:nvPr/>
        </p:nvSpPr>
        <p:spPr>
          <a:xfrm>
            <a:off x="5775767" y="1088020"/>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86064F6E-F491-F1D5-AA43-21179E003B96}"/>
              </a:ext>
            </a:extLst>
          </p:cNvPr>
          <p:cNvSpPr txBox="1"/>
          <p:nvPr/>
        </p:nvSpPr>
        <p:spPr>
          <a:xfrm>
            <a:off x="6111433" y="115746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582949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D8BF-0C4A-6317-76EE-38F6C60DC2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104BB3-0FC1-9806-B442-C866153EF22F}"/>
              </a:ext>
            </a:extLst>
          </p:cNvPr>
          <p:cNvSpPr>
            <a:spLocks noGrp="1"/>
          </p:cNvSpPr>
          <p:nvPr>
            <p:ph type="title"/>
          </p:nvPr>
        </p:nvSpPr>
        <p:spPr/>
        <p:txBody>
          <a:bodyPr lIns="90000" anchor="t" anchorCtr="0">
            <a:normAutofit/>
          </a:bodyPr>
          <a:lstStyle/>
          <a:p>
            <a:r>
              <a:rPr lang="en-US" dirty="0"/>
              <a:t>Challenge 3</a:t>
            </a:r>
            <a:br>
              <a:rPr lang="en-US" dirty="0"/>
            </a:br>
            <a:r>
              <a:rPr lang="en-US" dirty="0"/>
              <a:t>- Add Observability</a:t>
            </a:r>
          </a:p>
        </p:txBody>
      </p:sp>
      <p:sp>
        <p:nvSpPr>
          <p:cNvPr id="3" name="Text Placeholder 2">
            <a:extLst>
              <a:ext uri="{FF2B5EF4-FFF2-40B4-BE49-F238E27FC236}">
                <a16:creationId xmlns:a16="http://schemas.microsoft.com/office/drawing/2014/main" id="{74D0DB4E-3C5D-C6BE-2072-950151A188B9}"/>
              </a:ext>
            </a:extLst>
          </p:cNvPr>
          <p:cNvSpPr>
            <a:spLocks noGrp="1"/>
          </p:cNvSpPr>
          <p:nvPr>
            <p:ph type="body" idx="1"/>
          </p:nvPr>
        </p:nvSpPr>
        <p:spPr/>
        <p:txBody>
          <a:bodyPr>
            <a:normAutofit/>
          </a:bodyPr>
          <a:lstStyle/>
          <a:p>
            <a:pPr algn="ctr"/>
            <a:r>
              <a:rPr lang="en-US" dirty="0"/>
              <a:t>Can you see what's happening?</a:t>
            </a:r>
          </a:p>
        </p:txBody>
      </p:sp>
    </p:spTree>
    <p:extLst>
      <p:ext uri="{BB962C8B-B14F-4D97-AF65-F5344CB8AC3E}">
        <p14:creationId xmlns:p14="http://schemas.microsoft.com/office/powerpoint/2010/main" val="787346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E7711-0947-DA7E-0819-703A86585CA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1E53F5-1558-8746-7E6A-459BB9F64E0A}"/>
              </a:ext>
            </a:extLst>
          </p:cNvPr>
          <p:cNvSpPr>
            <a:spLocks noGrp="1"/>
          </p:cNvSpPr>
          <p:nvPr>
            <p:ph idx="1"/>
          </p:nvPr>
        </p:nvSpPr>
        <p:spPr/>
        <p:txBody>
          <a:bodyPr>
            <a:normAutofit fontScale="70000" lnSpcReduction="20000"/>
          </a:bodyPr>
          <a:lstStyle/>
          <a:p>
            <a:pPr marL="0" indent="0">
              <a:buNone/>
            </a:pPr>
            <a:r>
              <a:rPr lang="en-US" dirty="0">
                <a:latin typeface="Segoe UI" panose="020B0502040204020203" pitchFamily="34" charset="0"/>
                <a:cs typeface="Segoe UI" panose="020B0502040204020203" pitchFamily="34" charset="0"/>
              </a:rPr>
              <a:t>Now that you have a working MVP, it's time to add observability to your </a:t>
            </a:r>
            <a:r>
              <a:rPr lang="en-US" dirty="0" err="1">
                <a:latin typeface="Segoe UI" panose="020B0502040204020203" pitchFamily="34" charset="0"/>
                <a:cs typeface="Segoe UI" panose="020B0502040204020203" pitchFamily="34" charset="0"/>
              </a:rPr>
              <a:t>WanderAI</a:t>
            </a:r>
            <a:r>
              <a:rPr lang="en-US" dirty="0">
                <a:latin typeface="Segoe UI" panose="020B0502040204020203" pitchFamily="34" charset="0"/>
                <a:cs typeface="Segoe UI" panose="020B0502040204020203" pitchFamily="34" charset="0"/>
              </a:rPr>
              <a:t> agents using </a:t>
            </a:r>
            <a:r>
              <a:rPr lang="en-US" dirty="0" err="1">
                <a:latin typeface="Segoe UI" panose="020B0502040204020203" pitchFamily="34" charset="0"/>
                <a:cs typeface="Segoe UI" panose="020B0502040204020203" pitchFamily="34" charset="0"/>
                <a:hlinkClick r:id="rId3"/>
              </a:rPr>
              <a:t>OpenTelemetry</a:t>
            </a:r>
            <a:r>
              <a:rPr lang="en-US" dirty="0">
                <a:latin typeface="Segoe UI" panose="020B0502040204020203" pitchFamily="34" charset="0"/>
                <a:cs typeface="Segoe UI" panose="020B0502040204020203" pitchFamily="34" charset="0"/>
              </a:rPr>
              <a:t>. Right now, if something goes wrong with your agent, you have no visibility into which tool was called, how long operations take, or how to correlate logs to specific requests.</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err="1">
                <a:latin typeface="Segoe UI" panose="020B0502040204020203" pitchFamily="34" charset="0"/>
                <a:cs typeface="Segoe UI" panose="020B0502040204020203" pitchFamily="34" charset="0"/>
              </a:rPr>
              <a:t>OpenTelemetry</a:t>
            </a:r>
            <a:r>
              <a:rPr lang="en-US" dirty="0">
                <a:latin typeface="Segoe UI" panose="020B0502040204020203" pitchFamily="34" charset="0"/>
                <a:cs typeface="Segoe UI" panose="020B0502040204020203" pitchFamily="34" charset="0"/>
              </a:rPr>
              <a:t> is the industry standard for observability in modern applications. By instrumenting your application, you'll be able to see traces showing the full journey of each request, capture timing information, and add structured context to your logs.</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Microsoft Agent Framework already integrates with </a:t>
            </a:r>
            <a:r>
              <a:rPr lang="en-US" dirty="0" err="1">
                <a:latin typeface="Segoe UI" panose="020B0502040204020203" pitchFamily="34" charset="0"/>
                <a:cs typeface="Segoe UI" panose="020B0502040204020203" pitchFamily="34" charset="0"/>
              </a:rPr>
              <a:t>OpenTelemetry</a:t>
            </a:r>
            <a:r>
              <a:rPr lang="en-US" dirty="0">
                <a:latin typeface="Segoe UI" panose="020B0502040204020203" pitchFamily="34" charset="0"/>
                <a:cs typeface="Segoe UI" panose="020B0502040204020203" pitchFamily="34" charset="0"/>
              </a:rPr>
              <a:t> out of the box, and more specifically Agent Framework emits traces, logs, and metrics according to the </a:t>
            </a:r>
            <a:r>
              <a:rPr lang="en-US" dirty="0" err="1">
                <a:latin typeface="Segoe UI" panose="020B0502040204020203" pitchFamily="34" charset="0"/>
                <a:cs typeface="Segoe UI" panose="020B0502040204020203" pitchFamily="34" charset="0"/>
                <a:hlinkClick r:id="rId4"/>
              </a:rPr>
              <a:t>OpenTelemetry</a:t>
            </a:r>
            <a:r>
              <a:rPr lang="en-US" dirty="0">
                <a:latin typeface="Segoe UI" panose="020B0502040204020203" pitchFamily="34" charset="0"/>
                <a:cs typeface="Segoe UI" panose="020B0502040204020203" pitchFamily="34" charset="0"/>
                <a:hlinkClick r:id="rId4"/>
              </a:rPr>
              <a:t> GenAI Semantic Conventions</a:t>
            </a:r>
            <a:r>
              <a:rPr lang="en-US" dirty="0">
                <a:latin typeface="Segoe UI" panose="020B0502040204020203" pitchFamily="34" charset="0"/>
                <a:cs typeface="Segoe UI" panose="020B0502040204020203" pitchFamily="34" charset="0"/>
              </a:rPr>
              <a:t>.</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In this challenge, you will initialize </a:t>
            </a:r>
            <a:r>
              <a:rPr lang="en-US" dirty="0" err="1">
                <a:latin typeface="Segoe UI" panose="020B0502040204020203" pitchFamily="34" charset="0"/>
                <a:cs typeface="Segoe UI" panose="020B0502040204020203" pitchFamily="34" charset="0"/>
              </a:rPr>
              <a:t>OpenTelemetry</a:t>
            </a:r>
            <a:r>
              <a:rPr lang="en-US" dirty="0">
                <a:latin typeface="Segoe UI" panose="020B0502040204020203" pitchFamily="34" charset="0"/>
                <a:cs typeface="Segoe UI" panose="020B0502040204020203" pitchFamily="34" charset="0"/>
              </a:rPr>
              <a:t>, verify telemetry in the console, and then confirm the same telemetry in New Relic before moving on to custom instrumentation in the next challenge.</a:t>
            </a:r>
          </a:p>
        </p:txBody>
      </p:sp>
      <p:sp>
        <p:nvSpPr>
          <p:cNvPr id="4" name="Text Placeholder 3">
            <a:extLst>
              <a:ext uri="{FF2B5EF4-FFF2-40B4-BE49-F238E27FC236}">
                <a16:creationId xmlns:a16="http://schemas.microsoft.com/office/drawing/2014/main" id="{F88D0DE6-6018-2647-105C-4BF3F1F8393A}"/>
              </a:ext>
            </a:extLst>
          </p:cNvPr>
          <p:cNvSpPr>
            <a:spLocks noGrp="1"/>
          </p:cNvSpPr>
          <p:nvPr>
            <p:ph type="body" sz="quarter" idx="13"/>
          </p:nvPr>
        </p:nvSpPr>
        <p:spPr/>
        <p:txBody>
          <a:bodyPr>
            <a:normAutofit/>
          </a:bodyPr>
          <a:lstStyle/>
          <a:p>
            <a:r>
              <a:rPr lang="en-US" sz="3200" b="1" dirty="0">
                <a:solidFill>
                  <a:srgbClr val="7030A0"/>
                </a:solidFill>
                <a:latin typeface="Segoe UI" panose="020B0502040204020203" pitchFamily="34" charset="0"/>
                <a:cs typeface="Segoe UI" panose="020B0502040204020203" pitchFamily="34" charset="0"/>
              </a:rPr>
              <a:t>Add Observability - Can you see what's happening?</a:t>
            </a:r>
            <a:endParaRPr lang="en-US" dirty="0"/>
          </a:p>
        </p:txBody>
      </p:sp>
      <p:sp>
        <p:nvSpPr>
          <p:cNvPr id="6" name="Title 5">
            <a:extLst>
              <a:ext uri="{FF2B5EF4-FFF2-40B4-BE49-F238E27FC236}">
                <a16:creationId xmlns:a16="http://schemas.microsoft.com/office/drawing/2014/main" id="{FB3241B9-8EBB-4EF2-74F0-BD9ADC7C8D79}"/>
              </a:ext>
            </a:extLst>
          </p:cNvPr>
          <p:cNvSpPr>
            <a:spLocks noGrp="1"/>
          </p:cNvSpPr>
          <p:nvPr>
            <p:ph type="title"/>
          </p:nvPr>
        </p:nvSpPr>
        <p:spPr/>
        <p:txBody>
          <a:bodyPr/>
          <a:lstStyle/>
          <a:p>
            <a:r>
              <a:rPr lang="en-GB" dirty="0"/>
              <a:t>Challenge #3</a:t>
            </a:r>
            <a:endParaRPr lang="en-DE" dirty="0"/>
          </a:p>
        </p:txBody>
      </p:sp>
    </p:spTree>
    <p:extLst>
      <p:ext uri="{BB962C8B-B14F-4D97-AF65-F5344CB8AC3E}">
        <p14:creationId xmlns:p14="http://schemas.microsoft.com/office/powerpoint/2010/main" val="7509988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89685-30FF-91ED-ACA2-11DE5B6B674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5265431-50A1-247C-5EAC-33115841569A}"/>
              </a:ext>
            </a:extLst>
          </p:cNvPr>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#3</a:t>
            </a:r>
            <a:endParaRPr lang="en-US" sz="3200" b="1" dirty="0">
              <a:solidFill>
                <a:srgbClr val="7030A0"/>
              </a:solidFill>
              <a:latin typeface="Segoe UI" panose="020B0502040204020203" pitchFamily="34" charset="0"/>
              <a:cs typeface="Segoe UI" panose="020B0502040204020203" pitchFamily="34" charset="0"/>
            </a:endParaRPr>
          </a:p>
        </p:txBody>
      </p:sp>
      <p:sp>
        <p:nvSpPr>
          <p:cNvPr id="2" name="Text Placeholder 1">
            <a:extLst>
              <a:ext uri="{FF2B5EF4-FFF2-40B4-BE49-F238E27FC236}">
                <a16:creationId xmlns:a16="http://schemas.microsoft.com/office/drawing/2014/main" id="{0CAA9D70-65A4-29C2-70E5-DEAF0DA9923C}"/>
              </a:ext>
            </a:extLst>
          </p:cNvPr>
          <p:cNvSpPr>
            <a:spLocks noGrp="1"/>
          </p:cNvSpPr>
          <p:nvPr>
            <p:ph idx="1"/>
          </p:nvPr>
        </p:nvSpPr>
        <p:spPr/>
        <p:txBody>
          <a:bodyPr>
            <a:normAutofit fontScale="70000" lnSpcReduction="20000"/>
          </a:bodyPr>
          <a:lstStyle/>
          <a:p>
            <a:pPr marL="0" indent="0">
              <a:buNone/>
            </a:pPr>
            <a:r>
              <a:rPr lang="en-US" sz="4600" dirty="0">
                <a:latin typeface="Segoe UI" panose="020B0502040204020203" pitchFamily="34" charset="0"/>
                <a:cs typeface="Segoe UI" panose="020B0502040204020203" pitchFamily="34" charset="0"/>
              </a:rPr>
              <a:t>Your goal is to add basic </a:t>
            </a:r>
            <a:r>
              <a:rPr lang="en-US" sz="4600" dirty="0" err="1">
                <a:latin typeface="Segoe UI" panose="020B0502040204020203" pitchFamily="34" charset="0"/>
                <a:cs typeface="Segoe UI" panose="020B0502040204020203" pitchFamily="34" charset="0"/>
              </a:rPr>
              <a:t>OpenTelemetry</a:t>
            </a:r>
            <a:r>
              <a:rPr lang="en-US" sz="4600" dirty="0">
                <a:latin typeface="Segoe UI" panose="020B0502040204020203" pitchFamily="34" charset="0"/>
                <a:cs typeface="Segoe UI" panose="020B0502040204020203" pitchFamily="34" charset="0"/>
              </a:rPr>
              <a:t> instrumentation to your travel planning application and validate the results:</a:t>
            </a:r>
          </a:p>
          <a:p>
            <a:pPr marL="0" indent="0">
              <a:buNone/>
            </a:pPr>
            <a:endParaRPr lang="en-US" sz="4600" dirty="0">
              <a:latin typeface="Segoe UI" panose="020B0502040204020203" pitchFamily="34" charset="0"/>
              <a:cs typeface="Segoe UI" panose="020B0502040204020203" pitchFamily="34" charset="0"/>
            </a:endParaRPr>
          </a:p>
          <a:p>
            <a:r>
              <a:rPr lang="en-US" sz="3500" b="1" dirty="0">
                <a:solidFill>
                  <a:srgbClr val="F6C243"/>
                </a:solidFill>
              </a:rPr>
              <a:t>Initialize </a:t>
            </a:r>
            <a:r>
              <a:rPr lang="en-US" sz="3500" b="1" dirty="0" err="1">
                <a:solidFill>
                  <a:srgbClr val="F6C243"/>
                </a:solidFill>
              </a:rPr>
              <a:t>OpenTelemetry</a:t>
            </a:r>
            <a:endParaRPr lang="en-US" sz="3500" b="1" dirty="0">
              <a:solidFill>
                <a:srgbClr val="F6C243"/>
              </a:solidFill>
            </a:endParaRPr>
          </a:p>
          <a:p>
            <a:pPr lvl="1"/>
            <a:r>
              <a:rPr lang="en-US" sz="3500" dirty="0"/>
              <a:t>Set up the tracer provider and configure resource attributes to identify your service</a:t>
            </a:r>
          </a:p>
          <a:p>
            <a:r>
              <a:rPr lang="en-US" sz="3500" b="1" dirty="0">
                <a:solidFill>
                  <a:srgbClr val="F6C243"/>
                </a:solidFill>
              </a:rPr>
              <a:t>Verify Console Telemetry</a:t>
            </a:r>
          </a:p>
          <a:p>
            <a:pPr lvl="1"/>
            <a:r>
              <a:rPr lang="en-US" sz="3600" dirty="0"/>
              <a:t>Confirm traces and metrics show up in your terminal</a:t>
            </a:r>
          </a:p>
          <a:p>
            <a:r>
              <a:rPr lang="en-US" sz="3500" b="1" dirty="0">
                <a:solidFill>
                  <a:srgbClr val="F6C243"/>
                </a:solidFill>
              </a:rPr>
              <a:t>Send Telemetry to New Relic</a:t>
            </a:r>
          </a:p>
          <a:p>
            <a:pPr lvl="1"/>
            <a:r>
              <a:rPr lang="en-US" sz="3600" dirty="0"/>
              <a:t>Switch exporters to OTLP and confirm the same signals in New Relic</a:t>
            </a:r>
          </a:p>
        </p:txBody>
      </p:sp>
      <p:sp>
        <p:nvSpPr>
          <p:cNvPr id="8" name="Text Placeholder 7">
            <a:extLst>
              <a:ext uri="{FF2B5EF4-FFF2-40B4-BE49-F238E27FC236}">
                <a16:creationId xmlns:a16="http://schemas.microsoft.com/office/drawing/2014/main" id="{3B6B5E03-F613-464F-BA45-69103D65B0BE}"/>
              </a:ext>
            </a:extLst>
          </p:cNvPr>
          <p:cNvSpPr>
            <a:spLocks noGrp="1"/>
          </p:cNvSpPr>
          <p:nvPr>
            <p:ph type="body" sz="quarter" idx="13"/>
          </p:nvPr>
        </p:nvSpPr>
        <p:spPr/>
        <p:txBody>
          <a:bodyPr/>
          <a:lstStyle/>
          <a:p>
            <a:r>
              <a:rPr lang="en-US" dirty="0"/>
              <a:t>Add Observability - Can you see what's happening?</a:t>
            </a:r>
          </a:p>
        </p:txBody>
      </p:sp>
      <p:sp>
        <p:nvSpPr>
          <p:cNvPr id="4" name="TextBox 3">
            <a:extLst>
              <a:ext uri="{FF2B5EF4-FFF2-40B4-BE49-F238E27FC236}">
                <a16:creationId xmlns:a16="http://schemas.microsoft.com/office/drawing/2014/main" id="{C7E989CE-37BC-7C54-79EB-A57D76F1B1C7}"/>
              </a:ext>
            </a:extLst>
          </p:cNvPr>
          <p:cNvSpPr txBox="1"/>
          <p:nvPr/>
        </p:nvSpPr>
        <p:spPr>
          <a:xfrm>
            <a:off x="5034987" y="1307939"/>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822D4F08-448E-E993-1D6C-CC0E21019847}"/>
              </a:ext>
            </a:extLst>
          </p:cNvPr>
          <p:cNvSpPr txBox="1"/>
          <p:nvPr/>
        </p:nvSpPr>
        <p:spPr>
          <a:xfrm>
            <a:off x="5775767" y="1088020"/>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8D0E4324-D6C0-134F-0883-A969EA5B2A91}"/>
              </a:ext>
            </a:extLst>
          </p:cNvPr>
          <p:cNvSpPr txBox="1"/>
          <p:nvPr/>
        </p:nvSpPr>
        <p:spPr>
          <a:xfrm>
            <a:off x="6111433" y="115746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5378959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67B4B-4D66-EE79-F370-88E38B5B96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6F57B-B0F5-F088-E040-E49F480A0198}"/>
              </a:ext>
            </a:extLst>
          </p:cNvPr>
          <p:cNvSpPr>
            <a:spLocks noGrp="1"/>
          </p:cNvSpPr>
          <p:nvPr>
            <p:ph type="title"/>
          </p:nvPr>
        </p:nvSpPr>
        <p:spPr/>
        <p:txBody>
          <a:bodyPr lIns="90000" anchor="t" anchorCtr="0">
            <a:normAutofit/>
          </a:bodyPr>
          <a:lstStyle/>
          <a:p>
            <a:r>
              <a:rPr lang="en-US" dirty="0"/>
              <a:t>Challenge 4</a:t>
            </a:r>
            <a:br>
              <a:rPr lang="en-US" dirty="0"/>
            </a:br>
            <a:r>
              <a:rPr lang="en-US" dirty="0"/>
              <a:t>- Custom Telemetry</a:t>
            </a:r>
          </a:p>
        </p:txBody>
      </p:sp>
      <p:sp>
        <p:nvSpPr>
          <p:cNvPr id="3" name="Text Placeholder 2">
            <a:extLst>
              <a:ext uri="{FF2B5EF4-FFF2-40B4-BE49-F238E27FC236}">
                <a16:creationId xmlns:a16="http://schemas.microsoft.com/office/drawing/2014/main" id="{75667567-4067-3B3F-35F9-5C68B8367154}"/>
              </a:ext>
            </a:extLst>
          </p:cNvPr>
          <p:cNvSpPr>
            <a:spLocks noGrp="1"/>
          </p:cNvSpPr>
          <p:nvPr>
            <p:ph type="body" idx="1"/>
          </p:nvPr>
        </p:nvSpPr>
        <p:spPr/>
        <p:txBody>
          <a:bodyPr>
            <a:normAutofit/>
          </a:bodyPr>
          <a:lstStyle/>
          <a:p>
            <a:pPr algn="ctr"/>
            <a:r>
              <a:rPr lang="en-US" dirty="0"/>
              <a:t>Add your own signals</a:t>
            </a:r>
          </a:p>
        </p:txBody>
      </p:sp>
    </p:spTree>
    <p:extLst>
      <p:ext uri="{BB962C8B-B14F-4D97-AF65-F5344CB8AC3E}">
        <p14:creationId xmlns:p14="http://schemas.microsoft.com/office/powerpoint/2010/main" val="13701929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1250A-5BF0-E837-B024-DC57121B160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51606F-7CC0-314D-0684-14838950E5FC}"/>
              </a:ext>
            </a:extLst>
          </p:cNvPr>
          <p:cNvSpPr>
            <a:spLocks noGrp="1"/>
          </p:cNvSpPr>
          <p:nvPr>
            <p:ph idx="1"/>
          </p:nvPr>
        </p:nvSpPr>
        <p:spPr/>
        <p:txBody>
          <a:bodyPr>
            <a:normAutofit fontScale="77500" lnSpcReduction="20000"/>
          </a:bodyPr>
          <a:lstStyle/>
          <a:p>
            <a:pPr marL="0" indent="0">
              <a:buNone/>
            </a:pPr>
            <a:r>
              <a:rPr lang="en-US" dirty="0">
                <a:latin typeface="Segoe UI" panose="020B0502040204020203" pitchFamily="34" charset="0"/>
                <a:cs typeface="Segoe UI" panose="020B0502040204020203" pitchFamily="34" charset="0"/>
              </a:rPr>
              <a:t>In Challenge 03, you verified that the Agent Framework automatically generates traces and metrics for your AI agent operations. Now it's time to add custom instrumentation to capture application-specific insights.</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Custom instrumentation allows you to:</a:t>
            </a:r>
          </a:p>
          <a:p>
            <a:pPr marL="0" indent="0">
              <a:buNone/>
            </a:pPr>
            <a:endParaRPr lang="en-US" dirty="0">
              <a:latin typeface="Segoe UI" panose="020B0502040204020203" pitchFamily="34" charset="0"/>
              <a:cs typeface="Segoe UI" panose="020B0502040204020203" pitchFamily="34" charset="0"/>
            </a:endParaRPr>
          </a:p>
          <a:p>
            <a:r>
              <a:rPr lang="en-US" dirty="0">
                <a:latin typeface="Segoe UI" panose="020B0502040204020203" pitchFamily="34" charset="0"/>
                <a:cs typeface="Segoe UI" panose="020B0502040204020203" pitchFamily="34" charset="0"/>
              </a:rPr>
              <a:t>Create spans for specific business operations (e.g., "</a:t>
            </a:r>
            <a:r>
              <a:rPr lang="en-US" dirty="0" err="1">
                <a:latin typeface="Segoe UI" panose="020B0502040204020203" pitchFamily="34" charset="0"/>
                <a:cs typeface="Segoe UI" panose="020B0502040204020203" pitchFamily="34" charset="0"/>
              </a:rPr>
              <a:t>plan_trip</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validate_itinerary</a:t>
            </a:r>
            <a:r>
              <a:rPr lang="en-US" dirty="0">
                <a:latin typeface="Segoe UI" panose="020B0502040204020203" pitchFamily="34" charset="0"/>
                <a:cs typeface="Segoe UI" panose="020B0502040204020203" pitchFamily="34" charset="0"/>
              </a:rPr>
              <a:t>")</a:t>
            </a:r>
          </a:p>
          <a:p>
            <a:r>
              <a:rPr lang="en-US" dirty="0">
                <a:latin typeface="Segoe UI" panose="020B0502040204020203" pitchFamily="34" charset="0"/>
                <a:cs typeface="Segoe UI" panose="020B0502040204020203" pitchFamily="34" charset="0"/>
              </a:rPr>
              <a:t>Record custom metrics (e.g., number of destinations, planning duration)</a:t>
            </a:r>
          </a:p>
          <a:p>
            <a:r>
              <a:rPr lang="en-US" dirty="0">
                <a:latin typeface="Segoe UI" panose="020B0502040204020203" pitchFamily="34" charset="0"/>
                <a:cs typeface="Segoe UI" panose="020B0502040204020203" pitchFamily="34" charset="0"/>
              </a:rPr>
              <a:t>Add structured logging context for better debugging</a:t>
            </a:r>
          </a:p>
          <a:p>
            <a:r>
              <a:rPr lang="en-US" dirty="0">
                <a:latin typeface="Segoe UI" panose="020B0502040204020203" pitchFamily="34" charset="0"/>
                <a:cs typeface="Segoe UI" panose="020B0502040204020203" pitchFamily="34" charset="0"/>
              </a:rPr>
              <a:t>Correlate application events with AI agent activities</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By the end of this challenge, you'll have visibility into both the automatic Agent Framework telemetry </a:t>
            </a:r>
            <a:r>
              <a:rPr lang="en-US" b="1" dirty="0">
                <a:latin typeface="Segoe UI" panose="020B0502040204020203" pitchFamily="34" charset="0"/>
                <a:cs typeface="Segoe UI" panose="020B0502040204020203" pitchFamily="34" charset="0"/>
              </a:rPr>
              <a:t>and</a:t>
            </a:r>
            <a:r>
              <a:rPr lang="en-US" dirty="0">
                <a:latin typeface="Segoe UI" panose="020B0502040204020203" pitchFamily="34" charset="0"/>
                <a:cs typeface="Segoe UI" panose="020B0502040204020203" pitchFamily="34" charset="0"/>
              </a:rPr>
              <a:t> your custom business logic, all flowing to New Relic.</a:t>
            </a:r>
          </a:p>
        </p:txBody>
      </p:sp>
      <p:sp>
        <p:nvSpPr>
          <p:cNvPr id="4" name="Text Placeholder 3">
            <a:extLst>
              <a:ext uri="{FF2B5EF4-FFF2-40B4-BE49-F238E27FC236}">
                <a16:creationId xmlns:a16="http://schemas.microsoft.com/office/drawing/2014/main" id="{264B9C24-00BE-62C5-951F-65050F523328}"/>
              </a:ext>
            </a:extLst>
          </p:cNvPr>
          <p:cNvSpPr>
            <a:spLocks noGrp="1"/>
          </p:cNvSpPr>
          <p:nvPr>
            <p:ph type="body" sz="quarter" idx="13"/>
          </p:nvPr>
        </p:nvSpPr>
        <p:spPr/>
        <p:txBody>
          <a:bodyPr>
            <a:normAutofit/>
          </a:bodyPr>
          <a:lstStyle/>
          <a:p>
            <a:r>
              <a:rPr lang="en-US" sz="3200" b="1" dirty="0">
                <a:solidFill>
                  <a:srgbClr val="7030A0"/>
                </a:solidFill>
                <a:latin typeface="Segoe UI" panose="020B0502040204020203" pitchFamily="34" charset="0"/>
                <a:cs typeface="Segoe UI" panose="020B0502040204020203" pitchFamily="34" charset="0"/>
              </a:rPr>
              <a:t>Custom Telemetry - Add your own signals</a:t>
            </a:r>
          </a:p>
        </p:txBody>
      </p:sp>
      <p:sp>
        <p:nvSpPr>
          <p:cNvPr id="6" name="Title 5">
            <a:extLst>
              <a:ext uri="{FF2B5EF4-FFF2-40B4-BE49-F238E27FC236}">
                <a16:creationId xmlns:a16="http://schemas.microsoft.com/office/drawing/2014/main" id="{05381AAA-ED2B-E38A-33C9-A9B062C9A29B}"/>
              </a:ext>
            </a:extLst>
          </p:cNvPr>
          <p:cNvSpPr>
            <a:spLocks noGrp="1"/>
          </p:cNvSpPr>
          <p:nvPr>
            <p:ph type="title"/>
          </p:nvPr>
        </p:nvSpPr>
        <p:spPr/>
        <p:txBody>
          <a:bodyPr/>
          <a:lstStyle/>
          <a:p>
            <a:r>
              <a:rPr lang="en-GB" dirty="0"/>
              <a:t>Challenge #4</a:t>
            </a:r>
            <a:endParaRPr lang="en-DE" dirty="0"/>
          </a:p>
        </p:txBody>
      </p:sp>
    </p:spTree>
    <p:extLst>
      <p:ext uri="{BB962C8B-B14F-4D97-AF65-F5344CB8AC3E}">
        <p14:creationId xmlns:p14="http://schemas.microsoft.com/office/powerpoint/2010/main" val="18110587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3317F-74EF-57F8-08B9-6C83CE449BD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D825D59-34F9-F4C9-5B64-03965D800016}"/>
              </a:ext>
            </a:extLst>
          </p:cNvPr>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#4</a:t>
            </a:r>
            <a:endParaRPr lang="en-US" sz="3200" b="1" dirty="0">
              <a:solidFill>
                <a:srgbClr val="7030A0"/>
              </a:solidFill>
              <a:latin typeface="Segoe UI" panose="020B0502040204020203" pitchFamily="34" charset="0"/>
              <a:cs typeface="Segoe UI" panose="020B0502040204020203" pitchFamily="34" charset="0"/>
            </a:endParaRPr>
          </a:p>
        </p:txBody>
      </p:sp>
      <p:sp>
        <p:nvSpPr>
          <p:cNvPr id="2" name="Text Placeholder 1">
            <a:extLst>
              <a:ext uri="{FF2B5EF4-FFF2-40B4-BE49-F238E27FC236}">
                <a16:creationId xmlns:a16="http://schemas.microsoft.com/office/drawing/2014/main" id="{8FD97A90-78BF-65F9-804C-11C53DA8ADEF}"/>
              </a:ext>
            </a:extLst>
          </p:cNvPr>
          <p:cNvSpPr>
            <a:spLocks noGrp="1"/>
          </p:cNvSpPr>
          <p:nvPr>
            <p:ph idx="1"/>
          </p:nvPr>
        </p:nvSpPr>
        <p:spPr/>
        <p:txBody>
          <a:bodyPr>
            <a:noAutofit/>
          </a:bodyPr>
          <a:lstStyle/>
          <a:p>
            <a:pPr marL="0" indent="0">
              <a:buNone/>
            </a:pPr>
            <a:r>
              <a:rPr lang="en-US" sz="2200" dirty="0">
                <a:latin typeface="Segoe UI" panose="020B0502040204020203" pitchFamily="34" charset="0"/>
                <a:cs typeface="Segoe UI" panose="020B0502040204020203" pitchFamily="34" charset="0"/>
              </a:rPr>
              <a:t>Your goal is to add custom spans, metrics, and structured logging to your travel planning application:</a:t>
            </a:r>
          </a:p>
          <a:p>
            <a:pPr marL="0" indent="0">
              <a:buNone/>
            </a:pPr>
            <a:endParaRPr lang="en-US" sz="2200" dirty="0">
              <a:latin typeface="Segoe UI" panose="020B0502040204020203" pitchFamily="34" charset="0"/>
              <a:cs typeface="Segoe UI" panose="020B0502040204020203" pitchFamily="34" charset="0"/>
            </a:endParaRPr>
          </a:p>
          <a:p>
            <a:pPr>
              <a:lnSpc>
                <a:spcPct val="70000"/>
              </a:lnSpc>
            </a:pPr>
            <a:r>
              <a:rPr lang="en-US" sz="2500" b="1" dirty="0">
                <a:solidFill>
                  <a:srgbClr val="F6C243"/>
                </a:solidFill>
              </a:rPr>
              <a:t>Add Custom Spans</a:t>
            </a:r>
          </a:p>
          <a:p>
            <a:pPr lvl="1">
              <a:lnSpc>
                <a:spcPct val="70000"/>
              </a:lnSpc>
            </a:pPr>
            <a:r>
              <a:rPr lang="en-US" sz="2500" dirty="0"/>
              <a:t>Instrument tool calls and business logic with manual spans</a:t>
            </a:r>
          </a:p>
          <a:p>
            <a:pPr>
              <a:lnSpc>
                <a:spcPct val="70000"/>
              </a:lnSpc>
            </a:pPr>
            <a:r>
              <a:rPr lang="en-US" sz="2500" b="1" dirty="0">
                <a:solidFill>
                  <a:srgbClr val="F6C243"/>
                </a:solidFill>
              </a:rPr>
              <a:t>Add Custom Metrics</a:t>
            </a:r>
          </a:p>
          <a:p>
            <a:pPr lvl="1">
              <a:lnSpc>
                <a:spcPct val="70000"/>
              </a:lnSpc>
            </a:pPr>
            <a:r>
              <a:rPr lang="en-US" sz="2500" dirty="0"/>
              <a:t>Record meaningful measurements (trip planning duration, destination counts, etc.)</a:t>
            </a:r>
          </a:p>
          <a:p>
            <a:pPr>
              <a:lnSpc>
                <a:spcPct val="70000"/>
              </a:lnSpc>
            </a:pPr>
            <a:r>
              <a:rPr lang="en-US" sz="2500" b="1" dirty="0">
                <a:solidFill>
                  <a:srgbClr val="F6C243"/>
                </a:solidFill>
              </a:rPr>
              <a:t>Add Structured Logging</a:t>
            </a:r>
          </a:p>
          <a:p>
            <a:pPr lvl="1">
              <a:lnSpc>
                <a:spcPct val="70000"/>
              </a:lnSpc>
            </a:pPr>
            <a:r>
              <a:rPr lang="en-US" sz="2500" dirty="0"/>
              <a:t>Correlate logs with spans using trace context</a:t>
            </a:r>
          </a:p>
          <a:p>
            <a:pPr>
              <a:lnSpc>
                <a:spcPct val="70000"/>
              </a:lnSpc>
            </a:pPr>
            <a:r>
              <a:rPr lang="en-US" sz="2500" b="1" dirty="0">
                <a:solidFill>
                  <a:srgbClr val="F6C243"/>
                </a:solidFill>
              </a:rPr>
              <a:t>Verify in New Relic</a:t>
            </a:r>
          </a:p>
          <a:p>
            <a:pPr lvl="1">
              <a:lnSpc>
                <a:spcPct val="70000"/>
              </a:lnSpc>
            </a:pPr>
            <a:r>
              <a:rPr lang="en-US" sz="2500" dirty="0"/>
              <a:t>Confirm custom telemetry appears alongside auto-generated signals</a:t>
            </a:r>
          </a:p>
        </p:txBody>
      </p:sp>
      <p:sp>
        <p:nvSpPr>
          <p:cNvPr id="8" name="Text Placeholder 7">
            <a:extLst>
              <a:ext uri="{FF2B5EF4-FFF2-40B4-BE49-F238E27FC236}">
                <a16:creationId xmlns:a16="http://schemas.microsoft.com/office/drawing/2014/main" id="{EDF1FFF1-1F61-D01D-6DE7-3D56A5C8FDF5}"/>
              </a:ext>
            </a:extLst>
          </p:cNvPr>
          <p:cNvSpPr>
            <a:spLocks noGrp="1"/>
          </p:cNvSpPr>
          <p:nvPr>
            <p:ph type="body" sz="quarter" idx="13"/>
          </p:nvPr>
        </p:nvSpPr>
        <p:spPr/>
        <p:txBody>
          <a:bodyPr/>
          <a:lstStyle/>
          <a:p>
            <a:r>
              <a:rPr lang="en-US" dirty="0"/>
              <a:t>Custom Telemetry - Add your own signals</a:t>
            </a:r>
          </a:p>
        </p:txBody>
      </p:sp>
      <p:sp>
        <p:nvSpPr>
          <p:cNvPr id="4" name="TextBox 3">
            <a:extLst>
              <a:ext uri="{FF2B5EF4-FFF2-40B4-BE49-F238E27FC236}">
                <a16:creationId xmlns:a16="http://schemas.microsoft.com/office/drawing/2014/main" id="{228EE9D7-3009-9B3A-9DF5-EEA7AAFCDC30}"/>
              </a:ext>
            </a:extLst>
          </p:cNvPr>
          <p:cNvSpPr txBox="1"/>
          <p:nvPr/>
        </p:nvSpPr>
        <p:spPr>
          <a:xfrm>
            <a:off x="5034987" y="1307939"/>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82054D33-7493-7ADC-B23C-05E077C0FCDA}"/>
              </a:ext>
            </a:extLst>
          </p:cNvPr>
          <p:cNvSpPr txBox="1"/>
          <p:nvPr/>
        </p:nvSpPr>
        <p:spPr>
          <a:xfrm>
            <a:off x="5775767" y="1088020"/>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9AB85D21-7FB6-14C3-92DA-D9DC17F7A6FE}"/>
              </a:ext>
            </a:extLst>
          </p:cNvPr>
          <p:cNvSpPr txBox="1"/>
          <p:nvPr/>
        </p:nvSpPr>
        <p:spPr>
          <a:xfrm>
            <a:off x="6111433" y="115746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347884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3CF8A-21E8-7F4F-55A0-0B1CB7E922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19C407-62E9-DB0D-C892-DA47644136DB}"/>
              </a:ext>
            </a:extLst>
          </p:cNvPr>
          <p:cNvSpPr>
            <a:spLocks noGrp="1"/>
          </p:cNvSpPr>
          <p:nvPr>
            <p:ph type="title"/>
          </p:nvPr>
        </p:nvSpPr>
        <p:spPr/>
        <p:txBody>
          <a:bodyPr lIns="90000" anchor="t" anchorCtr="0">
            <a:normAutofit/>
          </a:bodyPr>
          <a:lstStyle/>
          <a:p>
            <a:r>
              <a:rPr lang="en-US" dirty="0"/>
              <a:t>Challenge 5</a:t>
            </a:r>
            <a:br>
              <a:rPr lang="en-US" dirty="0"/>
            </a:br>
            <a:r>
              <a:rPr lang="en-US" dirty="0"/>
              <a:t>- Optimize for Production</a:t>
            </a:r>
          </a:p>
        </p:txBody>
      </p:sp>
      <p:sp>
        <p:nvSpPr>
          <p:cNvPr id="3" name="Text Placeholder 2">
            <a:extLst>
              <a:ext uri="{FF2B5EF4-FFF2-40B4-BE49-F238E27FC236}">
                <a16:creationId xmlns:a16="http://schemas.microsoft.com/office/drawing/2014/main" id="{9A53809C-385C-C001-61E8-C5F14FB2BAF5}"/>
              </a:ext>
            </a:extLst>
          </p:cNvPr>
          <p:cNvSpPr>
            <a:spLocks noGrp="1"/>
          </p:cNvSpPr>
          <p:nvPr>
            <p:ph type="body" idx="1"/>
          </p:nvPr>
        </p:nvSpPr>
        <p:spPr/>
        <p:txBody>
          <a:bodyPr>
            <a:normAutofit/>
          </a:bodyPr>
          <a:lstStyle/>
          <a:p>
            <a:pPr algn="ctr"/>
            <a:r>
              <a:rPr lang="en-US" dirty="0"/>
              <a:t>Make it fast, reliable, insightful.</a:t>
            </a:r>
          </a:p>
          <a:p>
            <a:pPr algn="ctr"/>
            <a:endParaRPr lang="en-US" dirty="0"/>
          </a:p>
        </p:txBody>
      </p:sp>
    </p:spTree>
    <p:extLst>
      <p:ext uri="{BB962C8B-B14F-4D97-AF65-F5344CB8AC3E}">
        <p14:creationId xmlns:p14="http://schemas.microsoft.com/office/powerpoint/2010/main" val="21994677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3C1A8-28DA-DF75-C104-B5A6406506D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B4796C-88E4-08EF-E6DF-FF20C49BE154}"/>
              </a:ext>
            </a:extLst>
          </p:cNvPr>
          <p:cNvSpPr>
            <a:spLocks noGrp="1"/>
          </p:cNvSpPr>
          <p:nvPr>
            <p:ph idx="1"/>
          </p:nvPr>
        </p:nvSpPr>
        <p:spPr/>
        <p:txBody>
          <a:bodyPr>
            <a:normAutofit/>
          </a:bodyPr>
          <a:lstStyle/>
          <a:p>
            <a:pPr marL="0" indent="0">
              <a:buNone/>
            </a:pPr>
            <a:r>
              <a:rPr lang="en-US" dirty="0">
                <a:latin typeface="Segoe UI" panose="020B0502040204020203" pitchFamily="34" charset="0"/>
                <a:cs typeface="Segoe UI" panose="020B0502040204020203" pitchFamily="34" charset="0"/>
              </a:rPr>
              <a:t>You're now sending telemetry to New Relic, but raw data alone isn't enough. Without dashboards and alerts, you're manually checking traces all the time, you won't notice problems until customers complain, and you can't track performance trends over time.</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In this challenge, you'll learn industry best practices for monitoring AI-driven applications by creating custom dashboards, setting up alerts, and tracking key metrics that matter for your travel planning service.</a:t>
            </a:r>
          </a:p>
        </p:txBody>
      </p:sp>
      <p:sp>
        <p:nvSpPr>
          <p:cNvPr id="4" name="Text Placeholder 3">
            <a:extLst>
              <a:ext uri="{FF2B5EF4-FFF2-40B4-BE49-F238E27FC236}">
                <a16:creationId xmlns:a16="http://schemas.microsoft.com/office/drawing/2014/main" id="{67EF1D45-A7A7-A07A-7B6B-A40C32EC3DCC}"/>
              </a:ext>
            </a:extLst>
          </p:cNvPr>
          <p:cNvSpPr>
            <a:spLocks noGrp="1"/>
          </p:cNvSpPr>
          <p:nvPr>
            <p:ph type="body" sz="quarter" idx="13"/>
          </p:nvPr>
        </p:nvSpPr>
        <p:spPr/>
        <p:txBody>
          <a:bodyPr>
            <a:normAutofit fontScale="92500"/>
          </a:bodyPr>
          <a:lstStyle/>
          <a:p>
            <a:r>
              <a:rPr lang="en-US" sz="3200" b="1" dirty="0">
                <a:solidFill>
                  <a:srgbClr val="7030A0"/>
                </a:solidFill>
                <a:latin typeface="Segoe UI" panose="020B0502040204020203" pitchFamily="34" charset="0"/>
                <a:cs typeface="Segoe UI" panose="020B0502040204020203" pitchFamily="34" charset="0"/>
              </a:rPr>
              <a:t>Optimize for Production - Make it fast, reliable, insightful.</a:t>
            </a:r>
          </a:p>
        </p:txBody>
      </p:sp>
      <p:sp>
        <p:nvSpPr>
          <p:cNvPr id="6" name="Title 5">
            <a:extLst>
              <a:ext uri="{FF2B5EF4-FFF2-40B4-BE49-F238E27FC236}">
                <a16:creationId xmlns:a16="http://schemas.microsoft.com/office/drawing/2014/main" id="{E6A5E9BF-F864-19CC-3118-9508EA3C9AE0}"/>
              </a:ext>
            </a:extLst>
          </p:cNvPr>
          <p:cNvSpPr>
            <a:spLocks noGrp="1"/>
          </p:cNvSpPr>
          <p:nvPr>
            <p:ph type="title"/>
          </p:nvPr>
        </p:nvSpPr>
        <p:spPr/>
        <p:txBody>
          <a:bodyPr/>
          <a:lstStyle/>
          <a:p>
            <a:r>
              <a:rPr lang="en-GB" dirty="0"/>
              <a:t>Challenge #5</a:t>
            </a:r>
            <a:endParaRPr lang="en-DE" dirty="0"/>
          </a:p>
        </p:txBody>
      </p:sp>
    </p:spTree>
    <p:extLst>
      <p:ext uri="{BB962C8B-B14F-4D97-AF65-F5344CB8AC3E}">
        <p14:creationId xmlns:p14="http://schemas.microsoft.com/office/powerpoint/2010/main" val="37574807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7ABF1-932F-B975-B6E6-09C4AC18624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296C1F0-8130-0A43-3A0C-08EAC1726D49}"/>
              </a:ext>
            </a:extLst>
          </p:cNvPr>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#5</a:t>
            </a:r>
            <a:endParaRPr lang="en-US" sz="3200" b="1" dirty="0">
              <a:solidFill>
                <a:srgbClr val="7030A0"/>
              </a:solidFill>
              <a:latin typeface="Segoe UI" panose="020B0502040204020203" pitchFamily="34" charset="0"/>
              <a:cs typeface="Segoe UI" panose="020B0502040204020203" pitchFamily="34" charset="0"/>
            </a:endParaRPr>
          </a:p>
        </p:txBody>
      </p:sp>
      <p:sp>
        <p:nvSpPr>
          <p:cNvPr id="2" name="Text Placeholder 1">
            <a:extLst>
              <a:ext uri="{FF2B5EF4-FFF2-40B4-BE49-F238E27FC236}">
                <a16:creationId xmlns:a16="http://schemas.microsoft.com/office/drawing/2014/main" id="{3CE059E3-807D-FBB8-62E7-9420CCAFE5E1}"/>
              </a:ext>
            </a:extLst>
          </p:cNvPr>
          <p:cNvSpPr>
            <a:spLocks noGrp="1"/>
          </p:cNvSpPr>
          <p:nvPr>
            <p:ph idx="1"/>
          </p:nvPr>
        </p:nvSpPr>
        <p:spPr/>
        <p:txBody>
          <a:bodyPr>
            <a:noAutofit/>
          </a:bodyPr>
          <a:lstStyle/>
          <a:p>
            <a:pPr marL="0" indent="0">
              <a:buNone/>
            </a:pPr>
            <a:r>
              <a:rPr lang="en-US" sz="2200" dirty="0">
                <a:latin typeface="Segoe UI" panose="020B0502040204020203" pitchFamily="34" charset="0"/>
                <a:cs typeface="Segoe UI" panose="020B0502040204020203" pitchFamily="34" charset="0"/>
              </a:rPr>
              <a:t>Your goal is to build a comprehensive monitoring solution for </a:t>
            </a:r>
            <a:r>
              <a:rPr lang="en-US" sz="2200" dirty="0" err="1">
                <a:latin typeface="Segoe UI" panose="020B0502040204020203" pitchFamily="34" charset="0"/>
                <a:cs typeface="Segoe UI" panose="020B0502040204020203" pitchFamily="34" charset="0"/>
              </a:rPr>
              <a:t>WanderAI</a:t>
            </a:r>
            <a:r>
              <a:rPr lang="en-US" sz="2200" dirty="0">
                <a:latin typeface="Segoe UI" panose="020B0502040204020203" pitchFamily="34" charset="0"/>
                <a:cs typeface="Segoe UI" panose="020B0502040204020203" pitchFamily="34" charset="0"/>
              </a:rPr>
              <a:t> that includes dashboards, alerts, and meaningful metrics collection.</a:t>
            </a:r>
          </a:p>
          <a:p>
            <a:pPr marL="457200">
              <a:lnSpc>
                <a:spcPct val="110000"/>
              </a:lnSpc>
            </a:pPr>
            <a:r>
              <a:rPr lang="en-US" sz="2200" b="1" dirty="0">
                <a:solidFill>
                  <a:srgbClr val="F6C243"/>
                </a:solidFill>
              </a:rPr>
              <a:t>Enhanced Metrics Collection</a:t>
            </a:r>
          </a:p>
          <a:p>
            <a:pPr marL="914400" lvl="1">
              <a:lnSpc>
                <a:spcPct val="110000"/>
              </a:lnSpc>
            </a:pPr>
            <a:r>
              <a:rPr lang="en-US" sz="2200" dirty="0"/>
              <a:t>Add custom metrics to your application using the </a:t>
            </a:r>
            <a:r>
              <a:rPr lang="en-US" sz="2200" dirty="0" err="1"/>
              <a:t>OpenTelemetry</a:t>
            </a:r>
            <a:r>
              <a:rPr lang="en-US" sz="2200" dirty="0"/>
              <a:t> meter</a:t>
            </a:r>
            <a:endParaRPr lang="en-US" sz="1600" dirty="0"/>
          </a:p>
          <a:p>
            <a:pPr marL="914400" lvl="1">
              <a:lnSpc>
                <a:spcPct val="110000"/>
              </a:lnSpc>
            </a:pPr>
            <a:r>
              <a:rPr lang="en-US" sz="2200" dirty="0"/>
              <a:t>Emit these metrics from your application code at appropriate points (request handlers, error handlers, tool functions).</a:t>
            </a:r>
          </a:p>
          <a:p>
            <a:pPr marL="457200">
              <a:lnSpc>
                <a:spcPct val="110000"/>
              </a:lnSpc>
            </a:pPr>
            <a:r>
              <a:rPr lang="en-US" sz="2200" b="1" dirty="0">
                <a:solidFill>
                  <a:srgbClr val="F6C243"/>
                </a:solidFill>
              </a:rPr>
              <a:t>Create a New Relic Dashboard</a:t>
            </a:r>
          </a:p>
          <a:p>
            <a:pPr marL="914400" lvl="1">
              <a:lnSpc>
                <a:spcPct val="110000"/>
              </a:lnSpc>
            </a:pPr>
            <a:r>
              <a:rPr lang="en-US" sz="2200" dirty="0"/>
              <a:t>Build a dashboard in New Relic called "</a:t>
            </a:r>
            <a:r>
              <a:rPr lang="en-US" sz="2200" dirty="0" err="1"/>
              <a:t>WanderAI</a:t>
            </a:r>
            <a:r>
              <a:rPr lang="en-US" sz="2200" dirty="0"/>
              <a:t> Agent Performance”</a:t>
            </a:r>
          </a:p>
          <a:p>
            <a:pPr marL="914400" lvl="1">
              <a:lnSpc>
                <a:spcPct val="110000"/>
              </a:lnSpc>
            </a:pPr>
            <a:r>
              <a:rPr lang="en-US" sz="2200" dirty="0"/>
              <a:t>Use NRQL queries to power your dashboard widgets.</a:t>
            </a:r>
          </a:p>
          <a:p>
            <a:pPr marL="457200">
              <a:lnSpc>
                <a:spcPct val="110000"/>
              </a:lnSpc>
            </a:pPr>
            <a:r>
              <a:rPr lang="en-US" sz="2200" b="1" dirty="0">
                <a:solidFill>
                  <a:srgbClr val="F6C243"/>
                </a:solidFill>
              </a:rPr>
              <a:t>Set Up Alerts</a:t>
            </a:r>
          </a:p>
          <a:p>
            <a:pPr marL="914400" lvl="1">
              <a:lnSpc>
                <a:spcPct val="110000"/>
              </a:lnSpc>
            </a:pPr>
            <a:r>
              <a:rPr lang="en-US" sz="2200" dirty="0"/>
              <a:t>Configure alerts in New Relic to notify your team</a:t>
            </a:r>
          </a:p>
        </p:txBody>
      </p:sp>
      <p:sp>
        <p:nvSpPr>
          <p:cNvPr id="8" name="Text Placeholder 7">
            <a:extLst>
              <a:ext uri="{FF2B5EF4-FFF2-40B4-BE49-F238E27FC236}">
                <a16:creationId xmlns:a16="http://schemas.microsoft.com/office/drawing/2014/main" id="{6D89DEEE-2D43-E976-B7A6-2442F5CA34E0}"/>
              </a:ext>
            </a:extLst>
          </p:cNvPr>
          <p:cNvSpPr>
            <a:spLocks noGrp="1"/>
          </p:cNvSpPr>
          <p:nvPr>
            <p:ph type="body" sz="quarter" idx="13"/>
          </p:nvPr>
        </p:nvSpPr>
        <p:spPr>
          <a:xfrm>
            <a:off x="491704" y="903894"/>
            <a:ext cx="11373193" cy="614362"/>
          </a:xfrm>
        </p:spPr>
        <p:txBody>
          <a:bodyPr>
            <a:noAutofit/>
          </a:bodyPr>
          <a:lstStyle/>
          <a:p>
            <a:r>
              <a:rPr lang="en-US" dirty="0"/>
              <a:t>Optimize for Production - Make it fast, reliable, insightful.</a:t>
            </a:r>
          </a:p>
        </p:txBody>
      </p:sp>
      <p:sp>
        <p:nvSpPr>
          <p:cNvPr id="4" name="TextBox 3">
            <a:extLst>
              <a:ext uri="{FF2B5EF4-FFF2-40B4-BE49-F238E27FC236}">
                <a16:creationId xmlns:a16="http://schemas.microsoft.com/office/drawing/2014/main" id="{B836436C-7549-DAFC-42F6-3680000E2D4B}"/>
              </a:ext>
            </a:extLst>
          </p:cNvPr>
          <p:cNvSpPr txBox="1"/>
          <p:nvPr/>
        </p:nvSpPr>
        <p:spPr>
          <a:xfrm>
            <a:off x="5034987" y="1307939"/>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8B25467A-1FCB-8561-66E5-6DE87777547D}"/>
              </a:ext>
            </a:extLst>
          </p:cNvPr>
          <p:cNvSpPr txBox="1"/>
          <p:nvPr/>
        </p:nvSpPr>
        <p:spPr>
          <a:xfrm>
            <a:off x="5775767" y="1088020"/>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9083AC07-CCFF-507B-0569-2D495A9631B1}"/>
              </a:ext>
            </a:extLst>
          </p:cNvPr>
          <p:cNvSpPr txBox="1"/>
          <p:nvPr/>
        </p:nvSpPr>
        <p:spPr>
          <a:xfrm>
            <a:off x="6111433" y="115746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8252950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93CB8-4CCA-6100-92C1-9717FB182B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B6EBA6-6E69-31C3-84B6-E8CE1DD08A97}"/>
              </a:ext>
            </a:extLst>
          </p:cNvPr>
          <p:cNvSpPr>
            <a:spLocks noGrp="1"/>
          </p:cNvSpPr>
          <p:nvPr>
            <p:ph type="title"/>
          </p:nvPr>
        </p:nvSpPr>
        <p:spPr/>
        <p:txBody>
          <a:bodyPr lIns="90000" anchor="t" anchorCtr="0">
            <a:normAutofit/>
          </a:bodyPr>
          <a:lstStyle/>
          <a:p>
            <a:r>
              <a:rPr lang="en-US" dirty="0"/>
              <a:t>Challenge 6</a:t>
            </a:r>
            <a:br>
              <a:rPr lang="en-US" dirty="0"/>
            </a:br>
            <a:r>
              <a:rPr lang="en-US" dirty="0"/>
              <a:t>- AI Quality Assurance</a:t>
            </a:r>
          </a:p>
        </p:txBody>
      </p:sp>
      <p:sp>
        <p:nvSpPr>
          <p:cNvPr id="3" name="Text Placeholder 2">
            <a:extLst>
              <a:ext uri="{FF2B5EF4-FFF2-40B4-BE49-F238E27FC236}">
                <a16:creationId xmlns:a16="http://schemas.microsoft.com/office/drawing/2014/main" id="{DA1783D7-4A47-360F-2708-ECA7FC63E4AE}"/>
              </a:ext>
            </a:extLst>
          </p:cNvPr>
          <p:cNvSpPr>
            <a:spLocks noGrp="1"/>
          </p:cNvSpPr>
          <p:nvPr>
            <p:ph type="body" idx="1"/>
          </p:nvPr>
        </p:nvSpPr>
        <p:spPr/>
        <p:txBody>
          <a:bodyPr>
            <a:normAutofit/>
          </a:bodyPr>
          <a:lstStyle/>
          <a:p>
            <a:pPr algn="ctr"/>
            <a:r>
              <a:rPr lang="en-US" dirty="0"/>
              <a:t>Prove your agents are trustworthy</a:t>
            </a:r>
          </a:p>
          <a:p>
            <a:pPr algn="ctr"/>
            <a:endParaRPr lang="en-US" dirty="0"/>
          </a:p>
        </p:txBody>
      </p:sp>
    </p:spTree>
    <p:extLst>
      <p:ext uri="{BB962C8B-B14F-4D97-AF65-F5344CB8AC3E}">
        <p14:creationId xmlns:p14="http://schemas.microsoft.com/office/powerpoint/2010/main" val="20765943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196E4-13F3-BA3A-5DA3-F6D4776A412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34E9AE-A35E-03DA-2AF2-424C84F57355}"/>
              </a:ext>
            </a:extLst>
          </p:cNvPr>
          <p:cNvSpPr>
            <a:spLocks noGrp="1"/>
          </p:cNvSpPr>
          <p:nvPr>
            <p:ph idx="1"/>
          </p:nvPr>
        </p:nvSpPr>
        <p:spPr/>
        <p:txBody>
          <a:bodyPr>
            <a:normAutofit/>
          </a:bodyPr>
          <a:lstStyle/>
          <a:p>
            <a:pPr marL="0" indent="0">
              <a:buNone/>
            </a:pPr>
            <a:r>
              <a:rPr lang="en-US" dirty="0">
                <a:latin typeface="Segoe UI" panose="020B0502040204020203" pitchFamily="34" charset="0"/>
                <a:cs typeface="Segoe UI" panose="020B0502040204020203" pitchFamily="34" charset="0"/>
              </a:rPr>
              <a:t>You can't just ship AI without testing. What if the agent returns a non-existent destination? What if the itinerary is way too long or short? What if recommendations are unsafe (war zones, extreme weather)? What if the response includes toxicity or negativity?</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In this challenge, you'll build an automated quality gate for your AI agents using New Relic's AI Monitoring platform. Quality gates ensure that only high-quality travel plans reach your customers.</a:t>
            </a:r>
          </a:p>
        </p:txBody>
      </p:sp>
      <p:sp>
        <p:nvSpPr>
          <p:cNvPr id="4" name="Text Placeholder 3">
            <a:extLst>
              <a:ext uri="{FF2B5EF4-FFF2-40B4-BE49-F238E27FC236}">
                <a16:creationId xmlns:a16="http://schemas.microsoft.com/office/drawing/2014/main" id="{B0CBDA34-C165-A64A-6B73-C4740A839233}"/>
              </a:ext>
            </a:extLst>
          </p:cNvPr>
          <p:cNvSpPr>
            <a:spLocks noGrp="1"/>
          </p:cNvSpPr>
          <p:nvPr>
            <p:ph type="body" sz="quarter" idx="13"/>
          </p:nvPr>
        </p:nvSpPr>
        <p:spPr/>
        <p:txBody>
          <a:bodyPr>
            <a:normAutofit/>
          </a:bodyPr>
          <a:lstStyle/>
          <a:p>
            <a:r>
              <a:rPr lang="en-US" dirty="0"/>
              <a:t>AI Quality Assurance - Prove your agents are trustworthy</a:t>
            </a:r>
          </a:p>
        </p:txBody>
      </p:sp>
      <p:sp>
        <p:nvSpPr>
          <p:cNvPr id="6" name="Title 5">
            <a:extLst>
              <a:ext uri="{FF2B5EF4-FFF2-40B4-BE49-F238E27FC236}">
                <a16:creationId xmlns:a16="http://schemas.microsoft.com/office/drawing/2014/main" id="{4EFF61F6-C5B7-3DA2-9411-4A4DD690D19E}"/>
              </a:ext>
            </a:extLst>
          </p:cNvPr>
          <p:cNvSpPr>
            <a:spLocks noGrp="1"/>
          </p:cNvSpPr>
          <p:nvPr>
            <p:ph type="title"/>
          </p:nvPr>
        </p:nvSpPr>
        <p:spPr/>
        <p:txBody>
          <a:bodyPr/>
          <a:lstStyle/>
          <a:p>
            <a:r>
              <a:rPr lang="en-GB" dirty="0"/>
              <a:t>Challenge #6</a:t>
            </a:r>
            <a:endParaRPr lang="en-DE" dirty="0"/>
          </a:p>
        </p:txBody>
      </p:sp>
    </p:spTree>
    <p:extLst>
      <p:ext uri="{BB962C8B-B14F-4D97-AF65-F5344CB8AC3E}">
        <p14:creationId xmlns:p14="http://schemas.microsoft.com/office/powerpoint/2010/main" val="24744354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4A15B-5B33-F9DF-E048-A11A964EB3E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C614946-4C68-D93D-2674-31921AF4C633}"/>
              </a:ext>
            </a:extLst>
          </p:cNvPr>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#6</a:t>
            </a:r>
            <a:endParaRPr lang="en-US" sz="3200" b="1" dirty="0">
              <a:solidFill>
                <a:srgbClr val="7030A0"/>
              </a:solidFill>
              <a:latin typeface="Segoe UI" panose="020B0502040204020203" pitchFamily="34" charset="0"/>
              <a:cs typeface="Segoe UI" panose="020B0502040204020203" pitchFamily="34" charset="0"/>
            </a:endParaRPr>
          </a:p>
        </p:txBody>
      </p:sp>
      <p:sp>
        <p:nvSpPr>
          <p:cNvPr id="2" name="Text Placeholder 1">
            <a:extLst>
              <a:ext uri="{FF2B5EF4-FFF2-40B4-BE49-F238E27FC236}">
                <a16:creationId xmlns:a16="http://schemas.microsoft.com/office/drawing/2014/main" id="{49E80CF1-033A-78A0-EEF2-9BD472D9965B}"/>
              </a:ext>
            </a:extLst>
          </p:cNvPr>
          <p:cNvSpPr>
            <a:spLocks noGrp="1"/>
          </p:cNvSpPr>
          <p:nvPr>
            <p:ph idx="1"/>
          </p:nvPr>
        </p:nvSpPr>
        <p:spPr/>
        <p:txBody>
          <a:bodyPr>
            <a:noAutofit/>
          </a:bodyPr>
          <a:lstStyle/>
          <a:p>
            <a:pPr marL="0" indent="0">
              <a:buNone/>
            </a:pPr>
            <a:r>
              <a:rPr lang="en-US" sz="1800" dirty="0">
                <a:latin typeface="Segoe UI" panose="020B0502040204020203" pitchFamily="34" charset="0"/>
                <a:cs typeface="Segoe UI" panose="020B0502040204020203" pitchFamily="34" charset="0"/>
              </a:rPr>
              <a:t>Your goal is to implement a comprehensive evaluation &amp; quality assurance system for your AI-generated travel plans. </a:t>
            </a:r>
            <a:r>
              <a:rPr lang="en-US" sz="1800" dirty="0"/>
              <a:t>S</a:t>
            </a:r>
            <a:r>
              <a:rPr lang="en-US" sz="1800" dirty="0">
                <a:latin typeface="Segoe UI" panose="020B0502040204020203" pitchFamily="34" charset="0"/>
                <a:cs typeface="Segoe UI" panose="020B0502040204020203" pitchFamily="34" charset="0"/>
              </a:rPr>
              <a:t>everal layers of evaluation working together.</a:t>
            </a:r>
          </a:p>
          <a:p>
            <a:pPr marL="457200">
              <a:lnSpc>
                <a:spcPct val="110000"/>
              </a:lnSpc>
            </a:pPr>
            <a:r>
              <a:rPr lang="en-US" sz="1800" b="1" dirty="0">
                <a:solidFill>
                  <a:srgbClr val="F6C243"/>
                </a:solidFill>
              </a:rPr>
              <a:t>Layer 1: Custom Events for New Relic AI Monitoring</a:t>
            </a:r>
          </a:p>
          <a:p>
            <a:pPr marL="914400" lvl="1">
              <a:lnSpc>
                <a:spcPct val="110000"/>
              </a:lnSpc>
            </a:pPr>
            <a:r>
              <a:rPr lang="en-US" sz="1800" dirty="0"/>
              <a:t>Enterprise AI evaluation by capturing AI interactions as structured events</a:t>
            </a:r>
          </a:p>
          <a:p>
            <a:pPr marL="457200">
              <a:lnSpc>
                <a:spcPct val="110000"/>
              </a:lnSpc>
            </a:pPr>
            <a:r>
              <a:rPr lang="en-US" sz="1800" b="1" dirty="0">
                <a:solidFill>
                  <a:srgbClr val="F6C243"/>
                </a:solidFill>
              </a:rPr>
              <a:t>Layer 2: Rule-Based Evaluation</a:t>
            </a:r>
          </a:p>
          <a:p>
            <a:pPr marL="914400" lvl="1">
              <a:lnSpc>
                <a:spcPct val="110000"/>
              </a:lnSpc>
            </a:pPr>
            <a:r>
              <a:rPr lang="en-US" sz="1800" dirty="0"/>
              <a:t>Implement deterministic checks against business rules</a:t>
            </a:r>
          </a:p>
          <a:p>
            <a:pPr marL="457200">
              <a:lnSpc>
                <a:spcPct val="110000"/>
              </a:lnSpc>
            </a:pPr>
            <a:r>
              <a:rPr lang="en-US" sz="1800" b="1" dirty="0">
                <a:solidFill>
                  <a:srgbClr val="F6C243"/>
                </a:solidFill>
              </a:rPr>
              <a:t>Layer 3: Integration into Your Application</a:t>
            </a:r>
          </a:p>
          <a:p>
            <a:pPr marL="914400" lvl="1">
              <a:lnSpc>
                <a:spcPct val="110000"/>
              </a:lnSpc>
            </a:pPr>
            <a:r>
              <a:rPr lang="en-US" sz="1800" dirty="0"/>
              <a:t>Integrate the evaluation system into your Flask application</a:t>
            </a:r>
          </a:p>
          <a:p>
            <a:pPr marL="457200">
              <a:lnSpc>
                <a:spcPct val="110000"/>
              </a:lnSpc>
            </a:pPr>
            <a:r>
              <a:rPr lang="en-US" sz="1800" b="1" dirty="0">
                <a:solidFill>
                  <a:srgbClr val="F6C243"/>
                </a:solidFill>
              </a:rPr>
              <a:t>Layer 4: User Feedback Collection</a:t>
            </a:r>
          </a:p>
          <a:p>
            <a:pPr marL="914400" lvl="1">
              <a:lnSpc>
                <a:spcPct val="110000"/>
              </a:lnSpc>
            </a:pPr>
            <a:r>
              <a:rPr lang="en-US" sz="1800" dirty="0"/>
              <a:t>Capture real user feedback to measure actual satisfaction with AI-generated travel plans</a:t>
            </a:r>
          </a:p>
          <a:p>
            <a:pPr marL="457200">
              <a:lnSpc>
                <a:spcPct val="110000"/>
              </a:lnSpc>
            </a:pPr>
            <a:r>
              <a:rPr lang="en-US" sz="1800" b="1" dirty="0">
                <a:solidFill>
                  <a:srgbClr val="F6C243"/>
                </a:solidFill>
              </a:rPr>
              <a:t>Layer 5: LLM-Based Quality Evaluation (Optional)</a:t>
            </a:r>
          </a:p>
          <a:p>
            <a:pPr marL="914400" lvl="1">
              <a:lnSpc>
                <a:spcPct val="110000"/>
              </a:lnSpc>
            </a:pPr>
            <a:r>
              <a:rPr lang="en-US" sz="1800" dirty="0"/>
              <a:t>Use another LLM to evaluate responses</a:t>
            </a:r>
          </a:p>
        </p:txBody>
      </p:sp>
      <p:sp>
        <p:nvSpPr>
          <p:cNvPr id="8" name="Text Placeholder 7">
            <a:extLst>
              <a:ext uri="{FF2B5EF4-FFF2-40B4-BE49-F238E27FC236}">
                <a16:creationId xmlns:a16="http://schemas.microsoft.com/office/drawing/2014/main" id="{571C3A8F-FF11-3BCF-54A4-00AAF4E5861A}"/>
              </a:ext>
            </a:extLst>
          </p:cNvPr>
          <p:cNvSpPr>
            <a:spLocks noGrp="1"/>
          </p:cNvSpPr>
          <p:nvPr>
            <p:ph type="body" sz="quarter" idx="13"/>
          </p:nvPr>
        </p:nvSpPr>
        <p:spPr>
          <a:xfrm>
            <a:off x="491704" y="903894"/>
            <a:ext cx="11373193" cy="614362"/>
          </a:xfrm>
        </p:spPr>
        <p:txBody>
          <a:bodyPr>
            <a:noAutofit/>
          </a:bodyPr>
          <a:lstStyle/>
          <a:p>
            <a:r>
              <a:rPr lang="en-US" dirty="0"/>
              <a:t>AI Quality Assurance - Prove your agents are trustworthy</a:t>
            </a:r>
          </a:p>
        </p:txBody>
      </p:sp>
      <p:sp>
        <p:nvSpPr>
          <p:cNvPr id="4" name="TextBox 3">
            <a:extLst>
              <a:ext uri="{FF2B5EF4-FFF2-40B4-BE49-F238E27FC236}">
                <a16:creationId xmlns:a16="http://schemas.microsoft.com/office/drawing/2014/main" id="{D26AA25E-5A2C-CE33-1CED-91254004D056}"/>
              </a:ext>
            </a:extLst>
          </p:cNvPr>
          <p:cNvSpPr txBox="1"/>
          <p:nvPr/>
        </p:nvSpPr>
        <p:spPr>
          <a:xfrm>
            <a:off x="5034987" y="1307939"/>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E618AD71-C654-69D4-F7F4-83A79B15142C}"/>
              </a:ext>
            </a:extLst>
          </p:cNvPr>
          <p:cNvSpPr txBox="1"/>
          <p:nvPr/>
        </p:nvSpPr>
        <p:spPr>
          <a:xfrm>
            <a:off x="5775767" y="1088020"/>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4120E842-66FB-78E6-0E2B-1B8C4BE3047C}"/>
              </a:ext>
            </a:extLst>
          </p:cNvPr>
          <p:cNvSpPr txBox="1"/>
          <p:nvPr/>
        </p:nvSpPr>
        <p:spPr>
          <a:xfrm>
            <a:off x="6111433" y="115746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8165671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158CB-1459-A095-CD74-2E33AAE019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94D38E-0AB4-61DC-2599-6352628B8732}"/>
              </a:ext>
            </a:extLst>
          </p:cNvPr>
          <p:cNvSpPr>
            <a:spLocks noGrp="1"/>
          </p:cNvSpPr>
          <p:nvPr>
            <p:ph type="title"/>
          </p:nvPr>
        </p:nvSpPr>
        <p:spPr>
          <a:xfrm>
            <a:off x="831850" y="1317852"/>
            <a:ext cx="11360150" cy="2132919"/>
          </a:xfrm>
        </p:spPr>
        <p:txBody>
          <a:bodyPr lIns="90000" anchor="t" anchorCtr="0">
            <a:noAutofit/>
          </a:bodyPr>
          <a:lstStyle/>
          <a:p>
            <a:r>
              <a:rPr lang="en-US" sz="5400" dirty="0"/>
              <a:t>Challenge 7</a:t>
            </a:r>
            <a:br>
              <a:rPr lang="en-US" sz="5400" dirty="0"/>
            </a:br>
            <a:r>
              <a:rPr lang="en-US" sz="5400" dirty="0"/>
              <a:t>- </a:t>
            </a:r>
            <a:r>
              <a:rPr lang="en-US" sz="4400" dirty="0"/>
              <a:t>AI Security: Platform-Level Guardrails</a:t>
            </a:r>
            <a:endParaRPr lang="en-US" sz="5400" dirty="0"/>
          </a:p>
        </p:txBody>
      </p:sp>
      <p:sp>
        <p:nvSpPr>
          <p:cNvPr id="3" name="Text Placeholder 2">
            <a:extLst>
              <a:ext uri="{FF2B5EF4-FFF2-40B4-BE49-F238E27FC236}">
                <a16:creationId xmlns:a16="http://schemas.microsoft.com/office/drawing/2014/main" id="{CA01CB28-0CC9-D98D-C315-0B17C93F928F}"/>
              </a:ext>
            </a:extLst>
          </p:cNvPr>
          <p:cNvSpPr>
            <a:spLocks noGrp="1"/>
          </p:cNvSpPr>
          <p:nvPr>
            <p:ph type="body" idx="1"/>
          </p:nvPr>
        </p:nvSpPr>
        <p:spPr/>
        <p:txBody>
          <a:bodyPr>
            <a:normAutofit/>
          </a:bodyPr>
          <a:lstStyle/>
          <a:p>
            <a:pPr algn="ctr"/>
            <a:r>
              <a:rPr lang="en-US" dirty="0"/>
              <a:t>Configure and validate</a:t>
            </a:r>
          </a:p>
          <a:p>
            <a:pPr algn="ctr"/>
            <a:r>
              <a:rPr lang="en-US" dirty="0"/>
              <a:t>Foundry Guardrails</a:t>
            </a:r>
          </a:p>
        </p:txBody>
      </p:sp>
    </p:spTree>
    <p:extLst>
      <p:ext uri="{BB962C8B-B14F-4D97-AF65-F5344CB8AC3E}">
        <p14:creationId xmlns:p14="http://schemas.microsoft.com/office/powerpoint/2010/main" val="9956449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FADA5-5EDF-CAA0-2815-F00D232B10C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E50281-6F27-793F-0366-C9BBAA9B0771}"/>
              </a:ext>
            </a:extLst>
          </p:cNvPr>
          <p:cNvSpPr>
            <a:spLocks noGrp="1"/>
          </p:cNvSpPr>
          <p:nvPr>
            <p:ph idx="1"/>
          </p:nvPr>
        </p:nvSpPr>
        <p:spPr/>
        <p:txBody>
          <a:bodyPr>
            <a:normAutofit/>
          </a:bodyPr>
          <a:lstStyle/>
          <a:p>
            <a:pPr marL="0" indent="0">
              <a:buNone/>
            </a:pPr>
            <a:r>
              <a:rPr lang="en-US" dirty="0" err="1">
                <a:latin typeface="Segoe UI" panose="020B0502040204020203" pitchFamily="34" charset="0"/>
                <a:cs typeface="Segoe UI" panose="020B0502040204020203" pitchFamily="34" charset="0"/>
              </a:rPr>
              <a:t>WanderAI</a:t>
            </a:r>
            <a:r>
              <a:rPr lang="en-US" dirty="0">
                <a:latin typeface="Segoe UI" panose="020B0502040204020203" pitchFamily="34" charset="0"/>
                <a:cs typeface="Segoe UI" panose="020B0502040204020203" pitchFamily="34" charset="0"/>
              </a:rPr>
              <a:t> now runs in production, and your first security priority is to establish a </a:t>
            </a:r>
            <a:r>
              <a:rPr lang="en-US" b="1" dirty="0">
                <a:solidFill>
                  <a:schemeClr val="accent4"/>
                </a:solidFill>
                <a:latin typeface="Segoe UI" panose="020B0502040204020203" pitchFamily="34" charset="0"/>
                <a:cs typeface="Segoe UI" panose="020B0502040204020203" pitchFamily="34" charset="0"/>
              </a:rPr>
              <a:t>platform-level baseline</a:t>
            </a:r>
            <a:r>
              <a:rPr lang="en-US" dirty="0">
                <a:latin typeface="Segoe UI" panose="020B0502040204020203" pitchFamily="34" charset="0"/>
                <a:cs typeface="Segoe UI" panose="020B0502040204020203" pitchFamily="34" charset="0"/>
              </a:rPr>
              <a:t> before writing custom detection code.</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In this challenge, you will configure and validate </a:t>
            </a:r>
            <a:r>
              <a:rPr lang="en-US" b="1" dirty="0">
                <a:solidFill>
                  <a:schemeClr val="accent4"/>
                </a:solidFill>
                <a:latin typeface="Segoe UI" panose="020B0502040204020203" pitchFamily="34" charset="0"/>
                <a:cs typeface="Segoe UI" panose="020B0502040204020203" pitchFamily="34" charset="0"/>
              </a:rPr>
              <a:t>Microsoft Foundry Guardrails</a:t>
            </a:r>
            <a:r>
              <a:rPr lang="en-US" dirty="0">
                <a:latin typeface="Segoe UI" panose="020B0502040204020203" pitchFamily="34" charset="0"/>
                <a:cs typeface="Segoe UI" panose="020B0502040204020203" pitchFamily="34" charset="0"/>
              </a:rPr>
              <a:t> as the first line of defense for your agent. You’ll focus on built-in controls, intervention points, and observability of guardrail decisions.</a:t>
            </a:r>
          </a:p>
        </p:txBody>
      </p:sp>
      <p:sp>
        <p:nvSpPr>
          <p:cNvPr id="4" name="Text Placeholder 3">
            <a:extLst>
              <a:ext uri="{FF2B5EF4-FFF2-40B4-BE49-F238E27FC236}">
                <a16:creationId xmlns:a16="http://schemas.microsoft.com/office/drawing/2014/main" id="{2BCA9524-29C5-7134-27DC-7E7E6CB96C2E}"/>
              </a:ext>
            </a:extLst>
          </p:cNvPr>
          <p:cNvSpPr>
            <a:spLocks noGrp="1"/>
          </p:cNvSpPr>
          <p:nvPr>
            <p:ph type="body" sz="quarter" idx="13"/>
          </p:nvPr>
        </p:nvSpPr>
        <p:spPr/>
        <p:txBody>
          <a:bodyPr>
            <a:normAutofit/>
          </a:bodyPr>
          <a:lstStyle/>
          <a:p>
            <a:r>
              <a:rPr lang="en-US" dirty="0"/>
              <a:t>AI Security: Platform-Level Guardrails</a:t>
            </a:r>
          </a:p>
        </p:txBody>
      </p:sp>
      <p:sp>
        <p:nvSpPr>
          <p:cNvPr id="6" name="Title 5">
            <a:extLst>
              <a:ext uri="{FF2B5EF4-FFF2-40B4-BE49-F238E27FC236}">
                <a16:creationId xmlns:a16="http://schemas.microsoft.com/office/drawing/2014/main" id="{D51B0569-0C4D-3C9B-D57A-D9D0B076752F}"/>
              </a:ext>
            </a:extLst>
          </p:cNvPr>
          <p:cNvSpPr>
            <a:spLocks noGrp="1"/>
          </p:cNvSpPr>
          <p:nvPr>
            <p:ph type="title"/>
          </p:nvPr>
        </p:nvSpPr>
        <p:spPr/>
        <p:txBody>
          <a:bodyPr/>
          <a:lstStyle/>
          <a:p>
            <a:r>
              <a:rPr lang="en-GB" dirty="0"/>
              <a:t>Challenge #7</a:t>
            </a:r>
            <a:endParaRPr lang="en-DE" dirty="0"/>
          </a:p>
        </p:txBody>
      </p:sp>
    </p:spTree>
    <p:extLst>
      <p:ext uri="{BB962C8B-B14F-4D97-AF65-F5344CB8AC3E}">
        <p14:creationId xmlns:p14="http://schemas.microsoft.com/office/powerpoint/2010/main" val="168203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4E794-058A-1FBE-9E02-76362FFF7E4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8A3F2A0-08D5-8148-8F6F-5BF0E42940A0}"/>
              </a:ext>
            </a:extLst>
          </p:cNvPr>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#7</a:t>
            </a:r>
            <a:endParaRPr lang="en-US" sz="3200" b="1" dirty="0">
              <a:solidFill>
                <a:srgbClr val="7030A0"/>
              </a:solidFill>
              <a:latin typeface="Segoe UI" panose="020B0502040204020203" pitchFamily="34" charset="0"/>
              <a:cs typeface="Segoe UI" panose="020B0502040204020203" pitchFamily="34" charset="0"/>
            </a:endParaRPr>
          </a:p>
        </p:txBody>
      </p:sp>
      <p:sp>
        <p:nvSpPr>
          <p:cNvPr id="2" name="Text Placeholder 1">
            <a:extLst>
              <a:ext uri="{FF2B5EF4-FFF2-40B4-BE49-F238E27FC236}">
                <a16:creationId xmlns:a16="http://schemas.microsoft.com/office/drawing/2014/main" id="{A98438B9-2222-ACAE-D76A-F81720BEDDA3}"/>
              </a:ext>
            </a:extLst>
          </p:cNvPr>
          <p:cNvSpPr>
            <a:spLocks noGrp="1"/>
          </p:cNvSpPr>
          <p:nvPr>
            <p:ph idx="1"/>
          </p:nvPr>
        </p:nvSpPr>
        <p:spPr/>
        <p:txBody>
          <a:bodyPr>
            <a:noAutofit/>
          </a:bodyPr>
          <a:lstStyle/>
          <a:p>
            <a:pPr marL="0" indent="0">
              <a:buNone/>
            </a:pPr>
            <a:r>
              <a:rPr lang="en-US" sz="2200" dirty="0">
                <a:latin typeface="Segoe UI" panose="020B0502040204020203" pitchFamily="34" charset="0"/>
                <a:cs typeface="Segoe UI" panose="020B0502040204020203" pitchFamily="34" charset="0"/>
              </a:rPr>
              <a:t>You will implement baseline protection using </a:t>
            </a:r>
            <a:r>
              <a:rPr lang="en-US" sz="2200" b="1" dirty="0">
                <a:solidFill>
                  <a:schemeClr val="accent4"/>
                </a:solidFill>
                <a:latin typeface="Segoe UI" panose="020B0502040204020203" pitchFamily="34" charset="0"/>
                <a:cs typeface="Segoe UI" panose="020B0502040204020203" pitchFamily="34" charset="0"/>
              </a:rPr>
              <a:t>Foundry Guardrails</a:t>
            </a:r>
            <a:r>
              <a:rPr lang="en-US" sz="2200" dirty="0">
                <a:latin typeface="Segoe UI" panose="020B0502040204020203" pitchFamily="34" charset="0"/>
                <a:cs typeface="Segoe UI" panose="020B0502040204020203" pitchFamily="34" charset="0"/>
              </a:rPr>
              <a:t>:</a:t>
            </a:r>
          </a:p>
          <a:p>
            <a:pPr marL="0" indent="0">
              <a:buNone/>
            </a:pPr>
            <a:endParaRPr lang="en-US" sz="2200" dirty="0">
              <a:latin typeface="Segoe UI" panose="020B0502040204020203" pitchFamily="34" charset="0"/>
              <a:cs typeface="Segoe UI" panose="020B0502040204020203" pitchFamily="34" charset="0"/>
            </a:endParaRPr>
          </a:p>
          <a:p>
            <a:r>
              <a:rPr lang="en-US" sz="2200" dirty="0">
                <a:latin typeface="Segoe UI" panose="020B0502040204020203" pitchFamily="34" charset="0"/>
                <a:cs typeface="Segoe UI" panose="020B0502040204020203" pitchFamily="34" charset="0"/>
              </a:rPr>
              <a:t>Configure guardrails for user input and output</a:t>
            </a:r>
          </a:p>
          <a:p>
            <a:r>
              <a:rPr lang="en-US" sz="2200" dirty="0">
                <a:latin typeface="Segoe UI" panose="020B0502040204020203" pitchFamily="34" charset="0"/>
                <a:cs typeface="Segoe UI" panose="020B0502040204020203" pitchFamily="34" charset="0"/>
              </a:rPr>
              <a:t>Optionally enable tool call/tool response monitoring (preview)</a:t>
            </a:r>
          </a:p>
          <a:p>
            <a:r>
              <a:rPr lang="en-US" sz="2200" dirty="0">
                <a:latin typeface="Segoe UI" panose="020B0502040204020203" pitchFamily="34" charset="0"/>
                <a:cs typeface="Segoe UI" panose="020B0502040204020203" pitchFamily="34" charset="0"/>
              </a:rPr>
              <a:t>Validate detection against known prompt-injection patterns</a:t>
            </a:r>
            <a:endParaRPr lang="en-US" sz="2200" dirty="0"/>
          </a:p>
          <a:p>
            <a:pPr marL="0" indent="0">
              <a:buNone/>
            </a:pPr>
            <a:endParaRPr lang="en-US" sz="2200" dirty="0"/>
          </a:p>
        </p:txBody>
      </p:sp>
      <p:sp>
        <p:nvSpPr>
          <p:cNvPr id="8" name="Text Placeholder 7">
            <a:extLst>
              <a:ext uri="{FF2B5EF4-FFF2-40B4-BE49-F238E27FC236}">
                <a16:creationId xmlns:a16="http://schemas.microsoft.com/office/drawing/2014/main" id="{5584420B-7B96-2B5D-8DF4-AA15E9A05903}"/>
              </a:ext>
            </a:extLst>
          </p:cNvPr>
          <p:cNvSpPr>
            <a:spLocks noGrp="1"/>
          </p:cNvSpPr>
          <p:nvPr>
            <p:ph type="body" sz="quarter" idx="13"/>
          </p:nvPr>
        </p:nvSpPr>
        <p:spPr>
          <a:xfrm>
            <a:off x="491704" y="903894"/>
            <a:ext cx="11373193" cy="614362"/>
          </a:xfrm>
        </p:spPr>
        <p:txBody>
          <a:bodyPr>
            <a:noAutofit/>
          </a:bodyPr>
          <a:lstStyle/>
          <a:p>
            <a:r>
              <a:rPr lang="en-US" dirty="0"/>
              <a:t>AI Security: Platform-Level Guardrails</a:t>
            </a:r>
          </a:p>
        </p:txBody>
      </p:sp>
      <p:sp>
        <p:nvSpPr>
          <p:cNvPr id="4" name="TextBox 3">
            <a:extLst>
              <a:ext uri="{FF2B5EF4-FFF2-40B4-BE49-F238E27FC236}">
                <a16:creationId xmlns:a16="http://schemas.microsoft.com/office/drawing/2014/main" id="{BD0E3F36-487E-E9BD-C19D-D3D42284A282}"/>
              </a:ext>
            </a:extLst>
          </p:cNvPr>
          <p:cNvSpPr txBox="1"/>
          <p:nvPr/>
        </p:nvSpPr>
        <p:spPr>
          <a:xfrm>
            <a:off x="5034987" y="1307939"/>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5D185407-5FFD-2B69-CBD4-E7C6FBE31647}"/>
              </a:ext>
            </a:extLst>
          </p:cNvPr>
          <p:cNvSpPr txBox="1"/>
          <p:nvPr/>
        </p:nvSpPr>
        <p:spPr>
          <a:xfrm>
            <a:off x="5775767" y="1088020"/>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5086360A-8DAC-551A-E9C2-158D1B786805}"/>
              </a:ext>
            </a:extLst>
          </p:cNvPr>
          <p:cNvSpPr txBox="1"/>
          <p:nvPr/>
        </p:nvSpPr>
        <p:spPr>
          <a:xfrm>
            <a:off x="6111433" y="115746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7088945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57BAB-EDCF-5C0C-A3EE-CAF5266294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98AA1B-7744-AF86-80B1-2ECB50761CF4}"/>
              </a:ext>
            </a:extLst>
          </p:cNvPr>
          <p:cNvSpPr>
            <a:spLocks noGrp="1"/>
          </p:cNvSpPr>
          <p:nvPr>
            <p:ph type="title"/>
          </p:nvPr>
        </p:nvSpPr>
        <p:spPr>
          <a:xfrm>
            <a:off x="831850" y="1317852"/>
            <a:ext cx="11360150" cy="2132919"/>
          </a:xfrm>
        </p:spPr>
        <p:txBody>
          <a:bodyPr lIns="90000" anchor="t" anchorCtr="0">
            <a:noAutofit/>
          </a:bodyPr>
          <a:lstStyle/>
          <a:p>
            <a:r>
              <a:rPr lang="en-US" sz="5400" dirty="0"/>
              <a:t>Challenge 8</a:t>
            </a:r>
            <a:br>
              <a:rPr lang="en-US" sz="5400" dirty="0"/>
            </a:br>
            <a:r>
              <a:rPr lang="en-US" sz="5400" dirty="0"/>
              <a:t>- AI Security: Application-Level</a:t>
            </a:r>
          </a:p>
        </p:txBody>
      </p:sp>
      <p:sp>
        <p:nvSpPr>
          <p:cNvPr id="3" name="Text Placeholder 2">
            <a:extLst>
              <a:ext uri="{FF2B5EF4-FFF2-40B4-BE49-F238E27FC236}">
                <a16:creationId xmlns:a16="http://schemas.microsoft.com/office/drawing/2014/main" id="{AA0EDB8C-7140-8F94-1D00-C58358021FDD}"/>
              </a:ext>
            </a:extLst>
          </p:cNvPr>
          <p:cNvSpPr>
            <a:spLocks noGrp="1"/>
          </p:cNvSpPr>
          <p:nvPr>
            <p:ph type="body" idx="1"/>
          </p:nvPr>
        </p:nvSpPr>
        <p:spPr/>
        <p:txBody>
          <a:bodyPr>
            <a:normAutofit/>
          </a:bodyPr>
          <a:lstStyle/>
          <a:p>
            <a:pPr algn="ctr"/>
            <a:r>
              <a:rPr lang="en-US" dirty="0"/>
              <a:t>Build custom detection and blocking</a:t>
            </a:r>
          </a:p>
        </p:txBody>
      </p:sp>
    </p:spTree>
    <p:extLst>
      <p:ext uri="{BB962C8B-B14F-4D97-AF65-F5344CB8AC3E}">
        <p14:creationId xmlns:p14="http://schemas.microsoft.com/office/powerpoint/2010/main" val="24011089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CD483-5C21-7B7B-0C8D-285E7B45941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AD0062-8CE1-DC0B-6B44-F41976B32FB0}"/>
              </a:ext>
            </a:extLst>
          </p:cNvPr>
          <p:cNvSpPr>
            <a:spLocks noGrp="1"/>
          </p:cNvSpPr>
          <p:nvPr>
            <p:ph idx="1"/>
          </p:nvPr>
        </p:nvSpPr>
        <p:spPr/>
        <p:txBody>
          <a:bodyPr>
            <a:normAutofit/>
          </a:bodyPr>
          <a:lstStyle/>
          <a:p>
            <a:pPr marL="0" indent="0">
              <a:buNone/>
            </a:pPr>
            <a:r>
              <a:rPr lang="en-US" dirty="0">
                <a:latin typeface="Segoe UI" panose="020B0502040204020203" pitchFamily="34" charset="0"/>
                <a:cs typeface="Segoe UI" panose="020B0502040204020203" pitchFamily="34" charset="0"/>
              </a:rPr>
              <a:t>In Challenge 07, you configured </a:t>
            </a:r>
            <a:r>
              <a:rPr lang="en-US" b="1" dirty="0">
                <a:solidFill>
                  <a:schemeClr val="accent4"/>
                </a:solidFill>
                <a:latin typeface="Segoe UI" panose="020B0502040204020203" pitchFamily="34" charset="0"/>
                <a:cs typeface="Segoe UI" panose="020B0502040204020203" pitchFamily="34" charset="0"/>
              </a:rPr>
              <a:t>platform-level guardrails</a:t>
            </a:r>
            <a:r>
              <a:rPr lang="en-US" dirty="0">
                <a:latin typeface="Segoe UI" panose="020B0502040204020203" pitchFamily="34" charset="0"/>
                <a:cs typeface="Segoe UI" panose="020B0502040204020203" pitchFamily="34" charset="0"/>
              </a:rPr>
              <a:t> to establish baseline protection. In this challenge, you will add </a:t>
            </a:r>
            <a:r>
              <a:rPr lang="en-US" b="1" dirty="0">
                <a:solidFill>
                  <a:schemeClr val="accent4"/>
                </a:solidFill>
                <a:latin typeface="Segoe UI" panose="020B0502040204020203" pitchFamily="34" charset="0"/>
                <a:cs typeface="Segoe UI" panose="020B0502040204020203" pitchFamily="34" charset="0"/>
              </a:rPr>
              <a:t>application-level controls</a:t>
            </a:r>
            <a:r>
              <a:rPr lang="en-US" dirty="0">
                <a:latin typeface="Segoe UI" panose="020B0502040204020203" pitchFamily="34" charset="0"/>
                <a:cs typeface="Segoe UI" panose="020B0502040204020203" pitchFamily="34" charset="0"/>
              </a:rPr>
              <a:t> directly to your Python app.</a:t>
            </a:r>
          </a:p>
          <a:p>
            <a:pPr marL="0" indent="0">
              <a:buNone/>
            </a:pPr>
            <a:endParaRPr lang="en-US" dirty="0">
              <a:latin typeface="Segoe UI" panose="020B0502040204020203" pitchFamily="34" charset="0"/>
              <a:cs typeface="Segoe UI" panose="020B0502040204020203" pitchFamily="34" charset="0"/>
            </a:endParaRPr>
          </a:p>
          <a:p>
            <a:pPr marL="0" indent="0">
              <a:buNone/>
            </a:pPr>
            <a:r>
              <a:rPr lang="en-US" dirty="0">
                <a:latin typeface="Segoe UI" panose="020B0502040204020203" pitchFamily="34" charset="0"/>
                <a:cs typeface="Segoe UI" panose="020B0502040204020203" pitchFamily="34" charset="0"/>
              </a:rPr>
              <a:t>Your goal is to implement domain-specific defenses for the </a:t>
            </a:r>
            <a:r>
              <a:rPr lang="en-US" dirty="0" err="1">
                <a:latin typeface="Segoe UI" panose="020B0502040204020203" pitchFamily="34" charset="0"/>
                <a:cs typeface="Segoe UI" panose="020B0502040204020203" pitchFamily="34" charset="0"/>
              </a:rPr>
              <a:t>WanderAI</a:t>
            </a:r>
            <a:r>
              <a:rPr lang="en-US" dirty="0">
                <a:latin typeface="Segoe UI" panose="020B0502040204020203" pitchFamily="34" charset="0"/>
                <a:cs typeface="Segoe UI" panose="020B0502040204020203" pitchFamily="34" charset="0"/>
              </a:rPr>
              <a:t> travel planner that complement Microsoft Foundry Guardrails.</a:t>
            </a:r>
          </a:p>
        </p:txBody>
      </p:sp>
      <p:sp>
        <p:nvSpPr>
          <p:cNvPr id="4" name="Text Placeholder 3">
            <a:extLst>
              <a:ext uri="{FF2B5EF4-FFF2-40B4-BE49-F238E27FC236}">
                <a16:creationId xmlns:a16="http://schemas.microsoft.com/office/drawing/2014/main" id="{89F646BC-0E7F-0DAD-CEA8-F9048BB03659}"/>
              </a:ext>
            </a:extLst>
          </p:cNvPr>
          <p:cNvSpPr>
            <a:spLocks noGrp="1"/>
          </p:cNvSpPr>
          <p:nvPr>
            <p:ph type="body" sz="quarter" idx="13"/>
          </p:nvPr>
        </p:nvSpPr>
        <p:spPr/>
        <p:txBody>
          <a:bodyPr>
            <a:normAutofit/>
          </a:bodyPr>
          <a:lstStyle/>
          <a:p>
            <a:r>
              <a:rPr lang="en-US" dirty="0"/>
              <a:t>Secure Against Prompt Injection - Keep your agents safe.</a:t>
            </a:r>
          </a:p>
        </p:txBody>
      </p:sp>
      <p:sp>
        <p:nvSpPr>
          <p:cNvPr id="6" name="Title 5">
            <a:extLst>
              <a:ext uri="{FF2B5EF4-FFF2-40B4-BE49-F238E27FC236}">
                <a16:creationId xmlns:a16="http://schemas.microsoft.com/office/drawing/2014/main" id="{E7E2FDE2-32B0-EEAF-CA48-123F60B6EEAC}"/>
              </a:ext>
            </a:extLst>
          </p:cNvPr>
          <p:cNvSpPr>
            <a:spLocks noGrp="1"/>
          </p:cNvSpPr>
          <p:nvPr>
            <p:ph type="title"/>
          </p:nvPr>
        </p:nvSpPr>
        <p:spPr/>
        <p:txBody>
          <a:bodyPr/>
          <a:lstStyle/>
          <a:p>
            <a:r>
              <a:rPr lang="en-GB" dirty="0"/>
              <a:t>Challenge #8</a:t>
            </a:r>
            <a:endParaRPr lang="en-DE" dirty="0"/>
          </a:p>
        </p:txBody>
      </p:sp>
    </p:spTree>
    <p:extLst>
      <p:ext uri="{BB962C8B-B14F-4D97-AF65-F5344CB8AC3E}">
        <p14:creationId xmlns:p14="http://schemas.microsoft.com/office/powerpoint/2010/main" val="33186776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F0108-E314-BC88-655B-88CA9307100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DC13B31-032B-8C68-AB79-BE87563A1397}"/>
              </a:ext>
            </a:extLst>
          </p:cNvPr>
          <p:cNvSpPr>
            <a:spLocks noGrp="1"/>
          </p:cNvSpPr>
          <p:nvPr>
            <p:ph type="title"/>
          </p:nvPr>
        </p:nvSpPr>
        <p:spPr/>
        <p:txBody>
          <a:bodyPr>
            <a:normAutofit/>
          </a:bodyPr>
          <a:lstStyle/>
          <a:p>
            <a:r>
              <a:rPr lang="en-US" sz="5400" b="1" dirty="0">
                <a:solidFill>
                  <a:srgbClr val="002060"/>
                </a:solidFill>
                <a:latin typeface="Segoe UI" panose="020B0502040204020203" pitchFamily="34" charset="0"/>
                <a:cs typeface="Segoe UI" panose="020B0502040204020203" pitchFamily="34" charset="0"/>
              </a:rPr>
              <a:t>Challenge #8</a:t>
            </a:r>
            <a:endParaRPr lang="en-US" sz="3200" b="1" dirty="0">
              <a:solidFill>
                <a:srgbClr val="7030A0"/>
              </a:solidFill>
              <a:latin typeface="Segoe UI" panose="020B0502040204020203" pitchFamily="34" charset="0"/>
              <a:cs typeface="Segoe UI" panose="020B0502040204020203" pitchFamily="34" charset="0"/>
            </a:endParaRPr>
          </a:p>
        </p:txBody>
      </p:sp>
      <p:sp>
        <p:nvSpPr>
          <p:cNvPr id="2" name="Text Placeholder 1">
            <a:extLst>
              <a:ext uri="{FF2B5EF4-FFF2-40B4-BE49-F238E27FC236}">
                <a16:creationId xmlns:a16="http://schemas.microsoft.com/office/drawing/2014/main" id="{D8B0C51C-F8A8-A8AA-8D23-3859F1D37980}"/>
              </a:ext>
            </a:extLst>
          </p:cNvPr>
          <p:cNvSpPr>
            <a:spLocks noGrp="1"/>
          </p:cNvSpPr>
          <p:nvPr>
            <p:ph idx="1"/>
          </p:nvPr>
        </p:nvSpPr>
        <p:spPr/>
        <p:txBody>
          <a:bodyPr>
            <a:noAutofit/>
          </a:bodyPr>
          <a:lstStyle/>
          <a:p>
            <a:pPr marL="0" indent="0">
              <a:buNone/>
            </a:pPr>
            <a:r>
              <a:rPr lang="en-US" sz="2200" dirty="0">
                <a:latin typeface="Segoe UI" panose="020B0502040204020203" pitchFamily="34" charset="0"/>
                <a:cs typeface="Segoe UI" panose="020B0502040204020203" pitchFamily="34" charset="0"/>
              </a:rPr>
              <a:t>You will enhance `</a:t>
            </a:r>
            <a:r>
              <a:rPr lang="en-US" sz="2200" dirty="0" err="1">
                <a:latin typeface="Segoe UI" panose="020B0502040204020203" pitchFamily="34" charset="0"/>
                <a:cs typeface="Segoe UI" panose="020B0502040204020203" pitchFamily="34" charset="0"/>
              </a:rPr>
              <a:t>web_app.py</a:t>
            </a:r>
            <a:r>
              <a:rPr lang="en-US" sz="2200" dirty="0">
                <a:latin typeface="Segoe UI" panose="020B0502040204020203" pitchFamily="34" charset="0"/>
                <a:cs typeface="Segoe UI" panose="020B0502040204020203" pitchFamily="34" charset="0"/>
              </a:rPr>
              <a:t>` with </a:t>
            </a:r>
            <a:r>
              <a:rPr lang="en-US" sz="2200" b="1" dirty="0">
                <a:solidFill>
                  <a:schemeClr val="accent4"/>
                </a:solidFill>
                <a:latin typeface="Segoe UI" panose="020B0502040204020203" pitchFamily="34" charset="0"/>
                <a:cs typeface="Segoe UI" panose="020B0502040204020203" pitchFamily="34" charset="0"/>
              </a:rPr>
              <a:t>custom security controls</a:t>
            </a:r>
            <a:r>
              <a:rPr lang="en-US" sz="2200" dirty="0">
                <a:latin typeface="Segoe UI" panose="020B0502040204020203" pitchFamily="34" charset="0"/>
                <a:cs typeface="Segoe UI" panose="020B0502040204020203" pitchFamily="34" charset="0"/>
              </a:rPr>
              <a:t>:</a:t>
            </a:r>
          </a:p>
          <a:p>
            <a:pPr marL="0" indent="0">
              <a:buNone/>
            </a:pPr>
            <a:endParaRPr lang="en-US" sz="2200" dirty="0">
              <a:latin typeface="Segoe UI" panose="020B0502040204020203" pitchFamily="34" charset="0"/>
              <a:cs typeface="Segoe UI" panose="020B0502040204020203" pitchFamily="34" charset="0"/>
            </a:endParaRPr>
          </a:p>
          <a:p>
            <a:r>
              <a:rPr lang="en-US" sz="2200" dirty="0">
                <a:latin typeface="Segoe UI" panose="020B0502040204020203" pitchFamily="34" charset="0"/>
                <a:cs typeface="Segoe UI" panose="020B0502040204020203" pitchFamily="34" charset="0"/>
              </a:rPr>
              <a:t>Input validation and sanitization</a:t>
            </a:r>
          </a:p>
          <a:p>
            <a:r>
              <a:rPr lang="en-US" sz="2200" dirty="0">
                <a:latin typeface="Segoe UI" panose="020B0502040204020203" pitchFamily="34" charset="0"/>
                <a:cs typeface="Segoe UI" panose="020B0502040204020203" pitchFamily="34" charset="0"/>
              </a:rPr>
              <a:t>Rule-based and heuristic prompt injection detection</a:t>
            </a:r>
          </a:p>
          <a:p>
            <a:r>
              <a:rPr lang="en-US" sz="2200" dirty="0">
                <a:latin typeface="Segoe UI" panose="020B0502040204020203" pitchFamily="34" charset="0"/>
                <a:cs typeface="Segoe UI" panose="020B0502040204020203" pitchFamily="34" charset="0"/>
              </a:rPr>
              <a:t>Risk scoring and blocking logic in `/plan`</a:t>
            </a:r>
          </a:p>
          <a:p>
            <a:r>
              <a:rPr lang="en-US" sz="2200" dirty="0">
                <a:latin typeface="Segoe UI" panose="020B0502040204020203" pitchFamily="34" charset="0"/>
                <a:cs typeface="Segoe UI" panose="020B0502040204020203" pitchFamily="34" charset="0"/>
              </a:rPr>
              <a:t>Hardened system instructions for the agent</a:t>
            </a:r>
          </a:p>
          <a:p>
            <a:r>
              <a:rPr lang="en-US" sz="2200" dirty="0" err="1">
                <a:latin typeface="Segoe UI" panose="020B0502040204020203" pitchFamily="34" charset="0"/>
                <a:cs typeface="Segoe UI" panose="020B0502040204020203" pitchFamily="34" charset="0"/>
              </a:rPr>
              <a:t>OpenTelemetry</a:t>
            </a:r>
            <a:r>
              <a:rPr lang="en-US" sz="2200" dirty="0">
                <a:latin typeface="Segoe UI" panose="020B0502040204020203" pitchFamily="34" charset="0"/>
                <a:cs typeface="Segoe UI" panose="020B0502040204020203" pitchFamily="34" charset="0"/>
              </a:rPr>
              <a:t> metrics, events, and traces for security decisions</a:t>
            </a:r>
            <a:endParaRPr lang="en-US" sz="2200" dirty="0"/>
          </a:p>
        </p:txBody>
      </p:sp>
      <p:sp>
        <p:nvSpPr>
          <p:cNvPr id="8" name="Text Placeholder 7">
            <a:extLst>
              <a:ext uri="{FF2B5EF4-FFF2-40B4-BE49-F238E27FC236}">
                <a16:creationId xmlns:a16="http://schemas.microsoft.com/office/drawing/2014/main" id="{8744829D-FF6A-B01D-F859-E3375BC72BE1}"/>
              </a:ext>
            </a:extLst>
          </p:cNvPr>
          <p:cNvSpPr>
            <a:spLocks noGrp="1"/>
          </p:cNvSpPr>
          <p:nvPr>
            <p:ph type="body" sz="quarter" idx="13"/>
          </p:nvPr>
        </p:nvSpPr>
        <p:spPr>
          <a:xfrm>
            <a:off x="491704" y="903894"/>
            <a:ext cx="11373193" cy="614362"/>
          </a:xfrm>
        </p:spPr>
        <p:txBody>
          <a:bodyPr>
            <a:noAutofit/>
          </a:bodyPr>
          <a:lstStyle/>
          <a:p>
            <a:r>
              <a:rPr lang="en-US" dirty="0"/>
              <a:t>Secure Against Prompt Injection - Keep your agents safe.</a:t>
            </a:r>
          </a:p>
        </p:txBody>
      </p:sp>
      <p:sp>
        <p:nvSpPr>
          <p:cNvPr id="4" name="TextBox 3">
            <a:extLst>
              <a:ext uri="{FF2B5EF4-FFF2-40B4-BE49-F238E27FC236}">
                <a16:creationId xmlns:a16="http://schemas.microsoft.com/office/drawing/2014/main" id="{7EDD4868-0DAF-2DA8-3E1F-C758FC34BBC5}"/>
              </a:ext>
            </a:extLst>
          </p:cNvPr>
          <p:cNvSpPr txBox="1"/>
          <p:nvPr/>
        </p:nvSpPr>
        <p:spPr>
          <a:xfrm>
            <a:off x="5034987" y="1307939"/>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FEB5C5D8-1F89-1D4D-D803-A46E4CBA601E}"/>
              </a:ext>
            </a:extLst>
          </p:cNvPr>
          <p:cNvSpPr txBox="1"/>
          <p:nvPr/>
        </p:nvSpPr>
        <p:spPr>
          <a:xfrm>
            <a:off x="5775767" y="1088020"/>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27807466-7D1D-4878-BD83-804C6171FA7B}"/>
              </a:ext>
            </a:extLst>
          </p:cNvPr>
          <p:cNvSpPr txBox="1"/>
          <p:nvPr/>
        </p:nvSpPr>
        <p:spPr>
          <a:xfrm>
            <a:off x="6111433" y="115746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1097031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a:bodyPr>
          <a:lstStyle/>
          <a:p>
            <a:pPr algn="ctr"/>
            <a:r>
              <a:rPr lang="en-US" dirty="0">
                <a:ln w="3175">
                  <a:noFill/>
                </a:ln>
                <a:solidFill>
                  <a:srgbClr val="9966FF"/>
                </a:solidFill>
                <a:latin typeface="Segoe UI" panose="020B0502040204020203" pitchFamily="34" charset="0"/>
                <a:ea typeface="+mn-ea"/>
                <a:cs typeface="Segoe UI" panose="020B0502040204020203" pitchFamily="34" charset="0"/>
              </a:rPr>
              <a:t>Thank You for Attending!</a:t>
            </a:r>
            <a:endParaRPr lang="en-US" dirty="0">
              <a:solidFill>
                <a:srgbClr val="FFC000"/>
              </a:solidFill>
            </a:endParaRPr>
          </a:p>
        </p:txBody>
      </p:sp>
      <p:sp>
        <p:nvSpPr>
          <p:cNvPr id="2" name="Subtitle 1">
            <a:extLst>
              <a:ext uri="{FF2B5EF4-FFF2-40B4-BE49-F238E27FC236}">
                <a16:creationId xmlns:a16="http://schemas.microsoft.com/office/drawing/2014/main" id="{0E644413-C720-E12C-4003-B83B0D3EB8D2}"/>
              </a:ext>
            </a:extLst>
          </p:cNvPr>
          <p:cNvSpPr>
            <a:spLocks noGrp="1"/>
          </p:cNvSpPr>
          <p:nvPr>
            <p:ph type="subTitle" idx="1"/>
          </p:nvPr>
        </p:nvSpPr>
        <p:spPr/>
        <p:txBody>
          <a:bodyPr>
            <a:normAutofit/>
          </a:bodyPr>
          <a:lstStyle/>
          <a:p>
            <a:r>
              <a:rPr lang="en-US" sz="4800" b="1" dirty="0">
                <a:solidFill>
                  <a:srgbClr val="FFC000"/>
                </a:solidFill>
                <a:hlinkClick r:id="rId3">
                  <a:extLst>
                    <a:ext uri="{A12FA001-AC4F-418D-AE19-62706E023703}">
                      <ahyp:hlinkClr xmlns:ahyp="http://schemas.microsoft.com/office/drawing/2018/hyperlinkcolor" val="tx"/>
                    </a:ext>
                  </a:extLst>
                </a:hlinkClick>
              </a:rPr>
              <a:t>https://aka.ms/wth</a:t>
            </a:r>
            <a:endParaRPr lang="en-US" sz="4800" b="1" dirty="0"/>
          </a:p>
        </p:txBody>
      </p:sp>
    </p:spTree>
    <p:extLst>
      <p:ext uri="{BB962C8B-B14F-4D97-AF65-F5344CB8AC3E}">
        <p14:creationId xmlns:p14="http://schemas.microsoft.com/office/powerpoint/2010/main" val="738299616"/>
      </p:ext>
    </p:extLst>
  </p:cSld>
  <p:clrMapOvr>
    <a:masterClrMapping/>
  </p:clrMapOvr>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OneNoteFluid_FileOrder xmlns="d5681aaf-e75d-4680-b6a5-67eaf1333073" xsi:nil="true"/>
    <lcf76f155ced4ddcb4097134ff3c332f xmlns="d5681aaf-e75d-4680-b6a5-67eaf1333073">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D60DD8F652F1944BE71621823B93445" ma:contentTypeVersion="20" ma:contentTypeDescription="Create a new document." ma:contentTypeScope="" ma:versionID="ca9162edec49feb2fee0b4551a61220d">
  <xsd:schema xmlns:xsd="http://www.w3.org/2001/XMLSchema" xmlns:xs="http://www.w3.org/2001/XMLSchema" xmlns:p="http://schemas.microsoft.com/office/2006/metadata/properties" xmlns:ns1="http://schemas.microsoft.com/sharepoint/v3" xmlns:ns2="d5681aaf-e75d-4680-b6a5-67eaf1333073" xmlns:ns3="230e9df3-be65-4c73-a93b-d1236ebd677e" xmlns:ns4="15d470b8-ee0f-4c7c-b3dd-47210eefc9bb" targetNamespace="http://schemas.microsoft.com/office/2006/metadata/properties" ma:root="true" ma:fieldsID="257895244c366e75573991e6fb322f55" ns1:_="" ns2:_="" ns3:_="" ns4:_="">
    <xsd:import namespace="http://schemas.microsoft.com/sharepoint/v3"/>
    <xsd:import namespace="d5681aaf-e75d-4680-b6a5-67eaf1333073"/>
    <xsd:import namespace="230e9df3-be65-4c73-a93b-d1236ebd677e"/>
    <xsd:import namespace="15d470b8-ee0f-4c7c-b3dd-47210eefc9bb"/>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lcf76f155ced4ddcb4097134ff3c332f" minOccurs="0"/>
                <xsd:element ref="ns3:TaxCatchAll" minOccurs="0"/>
                <xsd:element ref="ns2:OneNoteFluid_FileOrder" minOccurs="0"/>
                <xsd:element ref="ns1:_ip_UnifiedCompliancePolicyProperties" minOccurs="0"/>
                <xsd:element ref="ns1:_ip_UnifiedCompliancePolicyUIAction" minOccurs="0"/>
                <xsd:element ref="ns4:SharedWithUsers" minOccurs="0"/>
                <xsd:element ref="ns4:SharedWithDetails" minOccurs="0"/>
                <xsd:element ref="ns2:MediaServiceSearchProperties" minOccurs="0"/>
                <xsd:element ref="ns2:MediaServiceDocTag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681aaf-e75d-4680-b6a5-67eaf13330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OneNoteFluid_FileOrder" ma:index="18" nillable="true" ma:displayName="OneNoteFluid_FileOrder" ma:internalName="OneNoteFluid_FileOrder">
      <xsd:simpleType>
        <xsd:restriction base="dms:Text">
          <xsd:maxLength value="255"/>
        </xsd:restriction>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DocTags" ma:index="24" nillable="true" ma:displayName="MediaServiceDocTags" ma:hidden="true" ma:internalName="MediaServiceDocTags" ma:readOnly="true">
      <xsd:simpleType>
        <xsd:restriction base="dms:Note"/>
      </xsd:simpleType>
    </xsd:element>
    <xsd:element name="MediaServiceDateTaken" ma:index="25" nillable="true" ma:displayName="MediaServiceDateTaken" ma:hidden="true" ma:indexed="true" ma:internalName="MediaServiceDateTaken" ma:readOnly="true">
      <xsd:simpleType>
        <xsd:restriction base="dms:Text"/>
      </xsd:simpleType>
    </xsd:element>
    <xsd:element name="MediaLengthInSeconds" ma:index="26"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b6b72968-36bd-4383-8b6e-1cc99c113b15}" ma:internalName="TaxCatchAll" ma:showField="CatchAllData" ma:web="15d470b8-ee0f-4c7c-b3dd-47210eefc9b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5d470b8-ee0f-4c7c-b3dd-47210eefc9bb" elementFormDefault="qualified">
    <xsd:import namespace="http://schemas.microsoft.com/office/2006/documentManagement/types"/>
    <xsd:import namespace="http://schemas.microsoft.com/office/infopath/2007/PartnerControls"/>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E1AEC35-FA48-4D92-B146-8AAF6D580B36}">
  <ds:schemaRefs>
    <ds:schemaRef ds:uri="http://schemas.microsoft.com/office/2006/documentManagement/types"/>
    <ds:schemaRef ds:uri="http://schemas.microsoft.com/office/2006/metadata/properties"/>
    <ds:schemaRef ds:uri="http://www.w3.org/XML/1998/namespace"/>
    <ds:schemaRef ds:uri="http://schemas.openxmlformats.org/package/2006/metadata/core-properties"/>
    <ds:schemaRef ds:uri="http://purl.org/dc/terms/"/>
    <ds:schemaRef ds:uri="15d470b8-ee0f-4c7c-b3dd-47210eefc9bb"/>
    <ds:schemaRef ds:uri="http://schemas.microsoft.com/office/infopath/2007/PartnerControls"/>
    <ds:schemaRef ds:uri="http://purl.org/dc/dcmitype/"/>
    <ds:schemaRef ds:uri="230e9df3-be65-4c73-a93b-d1236ebd677e"/>
    <ds:schemaRef ds:uri="d5681aaf-e75d-4680-b6a5-67eaf1333073"/>
    <ds:schemaRef ds:uri="http://schemas.microsoft.com/sharepoint/v3"/>
    <ds:schemaRef ds:uri="http://purl.org/dc/elements/1.1/"/>
  </ds:schemaRefs>
</ds:datastoreItem>
</file>

<file path=customXml/itemProps2.xml><?xml version="1.0" encoding="utf-8"?>
<ds:datastoreItem xmlns:ds="http://schemas.openxmlformats.org/officeDocument/2006/customXml" ds:itemID="{FA84066F-CF25-477A-816A-71B1599BA426}">
  <ds:schemaRefs>
    <ds:schemaRef ds:uri="http://schemas.microsoft.com/sharepoint/v3/contenttype/forms"/>
  </ds:schemaRefs>
</ds:datastoreItem>
</file>

<file path=customXml/itemProps3.xml><?xml version="1.0" encoding="utf-8"?>
<ds:datastoreItem xmlns:ds="http://schemas.openxmlformats.org/officeDocument/2006/customXml" ds:itemID="{D297C88A-D0C3-4811-9063-F2652EC3F00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5681aaf-e75d-4680-b6a5-67eaf1333073"/>
    <ds:schemaRef ds:uri="230e9df3-be65-4c73-a93b-d1236ebd677e"/>
    <ds:schemaRef ds:uri="15d470b8-ee0f-4c7c-b3dd-47210eefc9b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Office Theme</Template>
  <TotalTime>0</TotalTime>
  <Words>2974</Words>
  <Application>Microsoft Macintosh PowerPoint</Application>
  <PresentationFormat>Widescreen</PresentationFormat>
  <Paragraphs>328</Paragraphs>
  <Slides>32</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Segoe UI</vt:lpstr>
      <vt:lpstr>Segoe UI Light</vt:lpstr>
      <vt:lpstr>Wingdings</vt:lpstr>
      <vt:lpstr>2_Office Theme</vt:lpstr>
      <vt:lpstr>AI Agent Architecture &amp; Observability</vt:lpstr>
      <vt:lpstr>The Hack</vt:lpstr>
      <vt:lpstr>The Hack</vt:lpstr>
      <vt:lpstr>The End Goal</vt:lpstr>
      <vt:lpstr>PowerPoint Presentation</vt:lpstr>
      <vt:lpstr>Challenge Zero</vt:lpstr>
      <vt:lpstr>Challenge 1 - Master the Foundations</vt:lpstr>
      <vt:lpstr>Challenge #1</vt:lpstr>
      <vt:lpstr>Challenge #1</vt:lpstr>
      <vt:lpstr>Challenge #1</vt:lpstr>
      <vt:lpstr>Challenge 2 - Build Your MVP</vt:lpstr>
      <vt:lpstr>Challenge #2</vt:lpstr>
      <vt:lpstr>Challenge #2</vt:lpstr>
      <vt:lpstr>Challenge 3 - Add Observability</vt:lpstr>
      <vt:lpstr>Challenge #3</vt:lpstr>
      <vt:lpstr>Challenge #3</vt:lpstr>
      <vt:lpstr>Challenge 4 - Custom Telemetry</vt:lpstr>
      <vt:lpstr>Challenge #4</vt:lpstr>
      <vt:lpstr>Challenge #4</vt:lpstr>
      <vt:lpstr>Challenge 5 - Optimize for Production</vt:lpstr>
      <vt:lpstr>Challenge #5</vt:lpstr>
      <vt:lpstr>Challenge #5</vt:lpstr>
      <vt:lpstr>Challenge 6 - AI Quality Assurance</vt:lpstr>
      <vt:lpstr>Challenge #6</vt:lpstr>
      <vt:lpstr>Challenge #6</vt:lpstr>
      <vt:lpstr>Challenge 7 - AI Security: Platform-Level Guardrails</vt:lpstr>
      <vt:lpstr>Challenge #7</vt:lpstr>
      <vt:lpstr>Challenge #7</vt:lpstr>
      <vt:lpstr>Challenge 8 - AI Security: Application-Level</vt:lpstr>
      <vt:lpstr>Challenge #8</vt:lpstr>
      <vt:lpstr>Challenge #8</vt:lpstr>
      <vt:lpstr>Thank You for Attending!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2022-05-07T20:57:19Z</dcterms:created>
  <dcterms:modified xsi:type="dcterms:W3CDTF">2026-03-24T17:44:37Z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0x0101002D60DD8F652F1944BE71621823B93445</vt:lpwstr>
  </property>
  <property fmtid="{D5CDD505-2E9C-101B-9397-08002B2CF9AE}" pid="3" name="MediaServiceImageTags">
    <vt:lpwstr/>
  </property>
</Properties>
</file>